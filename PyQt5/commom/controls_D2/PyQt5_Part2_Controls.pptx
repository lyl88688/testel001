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66" r:id="rId3"/>
    <p:sldId id="271" r:id="rId4"/>
    <p:sldId id="27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9" r:id="rId15"/>
    <p:sldId id="27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085" autoAdjust="0"/>
  </p:normalViewPr>
  <p:slideViewPr>
    <p:cSldViewPr snapToGrid="0" showGuides="1">
      <p:cViewPr>
        <p:scale>
          <a:sx n="66" d="100"/>
          <a:sy n="66" d="100"/>
        </p:scale>
        <p:origin x="644" y="-17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刘 用龙" userId="57dddb669ed2e383" providerId="LiveId" clId="{FC730A96-777A-437B-A5EA-4DA786A0D693}"/>
    <pc:docChg chg="undo custSel addSld delSld modSld sldOrd">
      <pc:chgData name="刘 用龙" userId="57dddb669ed2e383" providerId="LiveId" clId="{FC730A96-777A-437B-A5EA-4DA786A0D693}" dt="2022-03-11T07:40:22.119" v="5311"/>
      <pc:docMkLst>
        <pc:docMk/>
      </pc:docMkLst>
      <pc:sldChg chg="addSp delSp modSp new del mod">
        <pc:chgData name="刘 用龙" userId="57dddb669ed2e383" providerId="LiveId" clId="{FC730A96-777A-437B-A5EA-4DA786A0D693}" dt="2022-03-11T06:58:54.448" v="2966" actId="47"/>
        <pc:sldMkLst>
          <pc:docMk/>
          <pc:sldMk cId="943805527" sldId="256"/>
        </pc:sldMkLst>
        <pc:spChg chg="del">
          <ac:chgData name="刘 用龙" userId="57dddb669ed2e383" providerId="LiveId" clId="{FC730A96-777A-437B-A5EA-4DA786A0D693}" dt="2022-03-08T03:46:21.538" v="1" actId="478"/>
          <ac:spMkLst>
            <pc:docMk/>
            <pc:sldMk cId="943805527" sldId="256"/>
            <ac:spMk id="2" creationId="{640C566E-5C49-41C8-B4EE-5B976977C5EF}"/>
          </ac:spMkLst>
        </pc:spChg>
        <pc:spChg chg="add mod">
          <ac:chgData name="刘 用龙" userId="57dddb669ed2e383" providerId="LiveId" clId="{FC730A96-777A-437B-A5EA-4DA786A0D693}" dt="2022-03-11T06:58:35.297" v="2271" actId="20577"/>
          <ac:spMkLst>
            <pc:docMk/>
            <pc:sldMk cId="943805527" sldId="256"/>
            <ac:spMk id="2" creationId="{AA6AE005-F9F7-454D-B34D-EDD66E4A78A2}"/>
          </ac:spMkLst>
        </pc:spChg>
        <pc:spChg chg="del">
          <ac:chgData name="刘 用龙" userId="57dddb669ed2e383" providerId="LiveId" clId="{FC730A96-777A-437B-A5EA-4DA786A0D693}" dt="2022-03-08T03:46:24.180" v="2" actId="478"/>
          <ac:spMkLst>
            <pc:docMk/>
            <pc:sldMk cId="943805527" sldId="256"/>
            <ac:spMk id="3" creationId="{49B71AA8-6FAE-4003-8FA6-03548C764EA7}"/>
          </ac:spMkLst>
        </pc:spChg>
      </pc:sldChg>
      <pc:sldChg chg="addSp modSp add del mod">
        <pc:chgData name="刘 用龙" userId="57dddb669ed2e383" providerId="LiveId" clId="{FC730A96-777A-437B-A5EA-4DA786A0D693}" dt="2022-03-11T06:59:55.317" v="4410" actId="47"/>
        <pc:sldMkLst>
          <pc:docMk/>
          <pc:sldMk cId="1398017201" sldId="257"/>
        </pc:sldMkLst>
        <pc:spChg chg="add mod">
          <ac:chgData name="刘 用龙" userId="57dddb669ed2e383" providerId="LiveId" clId="{FC730A96-777A-437B-A5EA-4DA786A0D693}" dt="2022-03-11T06:53:22.906" v="1263" actId="164"/>
          <ac:spMkLst>
            <pc:docMk/>
            <pc:sldMk cId="1398017201" sldId="257"/>
            <ac:spMk id="2" creationId="{A74366AA-CD4B-4C00-B9AF-3EAA0AA5D07F}"/>
          </ac:spMkLst>
        </pc:spChg>
        <pc:spChg chg="add mod">
          <ac:chgData name="刘 用龙" userId="57dddb669ed2e383" providerId="LiveId" clId="{FC730A96-777A-437B-A5EA-4DA786A0D693}" dt="2022-03-11T06:53:22.906" v="1263" actId="164"/>
          <ac:spMkLst>
            <pc:docMk/>
            <pc:sldMk cId="1398017201" sldId="257"/>
            <ac:spMk id="3" creationId="{B80D410A-CC99-4807-9FBF-A1834EDA22D7}"/>
          </ac:spMkLst>
        </pc:spChg>
        <pc:grpChg chg="add mod">
          <ac:chgData name="刘 用龙" userId="57dddb669ed2e383" providerId="LiveId" clId="{FC730A96-777A-437B-A5EA-4DA786A0D693}" dt="2022-03-11T06:53:27.765" v="1264" actId="1076"/>
          <ac:grpSpMkLst>
            <pc:docMk/>
            <pc:sldMk cId="1398017201" sldId="257"/>
            <ac:grpSpMk id="4" creationId="{8B65A965-0BD1-4AC4-9B35-B4E921A9E9E0}"/>
          </ac:grpSpMkLst>
        </pc:grpChg>
      </pc:sldChg>
      <pc:sldChg chg="addSp modSp add mod modNotesTx">
        <pc:chgData name="刘 用龙" userId="57dddb669ed2e383" providerId="LiveId" clId="{FC730A96-777A-437B-A5EA-4DA786A0D693}" dt="2022-03-10T09:18:23.276" v="604" actId="1076"/>
        <pc:sldMkLst>
          <pc:docMk/>
          <pc:sldMk cId="4046447317" sldId="258"/>
        </pc:sldMkLst>
        <pc:spChg chg="add mod">
          <ac:chgData name="刘 用龙" userId="57dddb669ed2e383" providerId="LiveId" clId="{FC730A96-777A-437B-A5EA-4DA786A0D693}" dt="2022-03-10T07:28:23.574" v="550" actId="14100"/>
          <ac:spMkLst>
            <pc:docMk/>
            <pc:sldMk cId="4046447317" sldId="258"/>
            <ac:spMk id="2" creationId="{8A783246-2FBF-4057-818C-D9AC79128252}"/>
          </ac:spMkLst>
        </pc:spChg>
        <pc:picChg chg="add mod">
          <ac:chgData name="刘 用龙" userId="57dddb669ed2e383" providerId="LiveId" clId="{FC730A96-777A-437B-A5EA-4DA786A0D693}" dt="2022-03-10T09:18:23.276" v="604" actId="1076"/>
          <ac:picMkLst>
            <pc:docMk/>
            <pc:sldMk cId="4046447317" sldId="258"/>
            <ac:picMk id="4" creationId="{9A0FF210-4C41-46B5-AA80-EB3E85064B31}"/>
          </ac:picMkLst>
        </pc:picChg>
        <pc:picChg chg="add mod">
          <ac:chgData name="刘 用龙" userId="57dddb669ed2e383" providerId="LiveId" clId="{FC730A96-777A-437B-A5EA-4DA786A0D693}" dt="2022-03-10T07:31:02.269" v="596" actId="14100"/>
          <ac:picMkLst>
            <pc:docMk/>
            <pc:sldMk cId="4046447317" sldId="258"/>
            <ac:picMk id="1026" creationId="{898C1430-EA7C-4AD5-A1DA-8D4047079866}"/>
          </ac:picMkLst>
        </pc:picChg>
        <pc:picChg chg="add mod">
          <ac:chgData name="刘 用龙" userId="57dddb669ed2e383" providerId="LiveId" clId="{FC730A96-777A-437B-A5EA-4DA786A0D693}" dt="2022-03-10T07:31:22.613" v="599" actId="14100"/>
          <ac:picMkLst>
            <pc:docMk/>
            <pc:sldMk cId="4046447317" sldId="258"/>
            <ac:picMk id="1028" creationId="{57A1EF68-A981-4B0C-8EE7-BF9C8AADAC37}"/>
          </ac:picMkLst>
        </pc:picChg>
      </pc:sldChg>
      <pc:sldChg chg="addSp delSp modSp add mod">
        <pc:chgData name="刘 用龙" userId="57dddb669ed2e383" providerId="LiveId" clId="{FC730A96-777A-437B-A5EA-4DA786A0D693}" dt="2022-03-11T06:54:29.615" v="1268" actId="208"/>
        <pc:sldMkLst>
          <pc:docMk/>
          <pc:sldMk cId="2662464346" sldId="259"/>
        </pc:sldMkLst>
        <pc:spChg chg="add del mod">
          <ac:chgData name="刘 用龙" userId="57dddb669ed2e383" providerId="LiveId" clId="{FC730A96-777A-437B-A5EA-4DA786A0D693}" dt="2022-03-10T09:18:41.151" v="608"/>
          <ac:spMkLst>
            <pc:docMk/>
            <pc:sldMk cId="2662464346" sldId="259"/>
            <ac:spMk id="2" creationId="{2EE996E9-89B6-494A-AA24-BC472F564131}"/>
          </ac:spMkLst>
        </pc:spChg>
        <pc:spChg chg="add mod">
          <ac:chgData name="刘 用龙" userId="57dddb669ed2e383" providerId="LiveId" clId="{FC730A96-777A-437B-A5EA-4DA786A0D693}" dt="2022-03-11T06:54:29.615" v="1268" actId="208"/>
          <ac:spMkLst>
            <pc:docMk/>
            <pc:sldMk cId="2662464346" sldId="259"/>
            <ac:spMk id="2" creationId="{D165B648-3CC5-468C-980D-B41BFD1DA40A}"/>
          </ac:spMkLst>
        </pc:spChg>
        <pc:spChg chg="add del mod">
          <ac:chgData name="刘 用龙" userId="57dddb669ed2e383" providerId="LiveId" clId="{FC730A96-777A-437B-A5EA-4DA786A0D693}" dt="2022-03-10T09:19:42.741" v="615" actId="478"/>
          <ac:spMkLst>
            <pc:docMk/>
            <pc:sldMk cId="2662464346" sldId="259"/>
            <ac:spMk id="3" creationId="{92609179-643A-44D4-A78E-1A539EE70E79}"/>
          </ac:spMkLst>
        </pc:spChg>
        <pc:spChg chg="add del mod">
          <ac:chgData name="刘 用龙" userId="57dddb669ed2e383" providerId="LiveId" clId="{FC730A96-777A-437B-A5EA-4DA786A0D693}" dt="2022-03-10T09:21:53.245" v="626" actId="478"/>
          <ac:spMkLst>
            <pc:docMk/>
            <pc:sldMk cId="2662464346" sldId="259"/>
            <ac:spMk id="4" creationId="{4A17F3B9-612D-48CE-A99B-298FB349A60E}"/>
          </ac:spMkLst>
        </pc:spChg>
        <pc:spChg chg="add del mod">
          <ac:chgData name="刘 用龙" userId="57dddb669ed2e383" providerId="LiveId" clId="{FC730A96-777A-437B-A5EA-4DA786A0D693}" dt="2022-03-10T09:20:48.451" v="623"/>
          <ac:spMkLst>
            <pc:docMk/>
            <pc:sldMk cId="2662464346" sldId="259"/>
            <ac:spMk id="5" creationId="{645FB3A3-62DB-4183-A361-CCB15AA40D08}"/>
          </ac:spMkLst>
        </pc:spChg>
        <pc:spChg chg="add mod">
          <ac:chgData name="刘 用龙" userId="57dddb669ed2e383" providerId="LiveId" clId="{FC730A96-777A-437B-A5EA-4DA786A0D693}" dt="2022-03-11T02:09:08.688" v="714" actId="1076"/>
          <ac:spMkLst>
            <pc:docMk/>
            <pc:sldMk cId="2662464346" sldId="259"/>
            <ac:spMk id="6" creationId="{41817956-6A5B-4AAF-9A6F-0E6E73983DC1}"/>
          </ac:spMkLst>
        </pc:spChg>
      </pc:sldChg>
      <pc:sldChg chg="addSp modSp add mod modNotesTx">
        <pc:chgData name="刘 用龙" userId="57dddb669ed2e383" providerId="LiveId" clId="{FC730A96-777A-437B-A5EA-4DA786A0D693}" dt="2022-03-11T02:20:50.259" v="781" actId="1076"/>
        <pc:sldMkLst>
          <pc:docMk/>
          <pc:sldMk cId="4000764089" sldId="260"/>
        </pc:sldMkLst>
        <pc:spChg chg="add mod">
          <ac:chgData name="刘 用龙" userId="57dddb669ed2e383" providerId="LiveId" clId="{FC730A96-777A-437B-A5EA-4DA786A0D693}" dt="2022-03-11T02:20:50.259" v="781" actId="1076"/>
          <ac:spMkLst>
            <pc:docMk/>
            <pc:sldMk cId="4000764089" sldId="260"/>
            <ac:spMk id="6" creationId="{EC824C42-EA97-4C0B-818D-B80BF5F5C7D3}"/>
          </ac:spMkLst>
        </pc:spChg>
        <pc:picChg chg="add mod">
          <ac:chgData name="刘 用龙" userId="57dddb669ed2e383" providerId="LiveId" clId="{FC730A96-777A-437B-A5EA-4DA786A0D693}" dt="2022-03-11T02:20:36.440" v="779" actId="1076"/>
          <ac:picMkLst>
            <pc:docMk/>
            <pc:sldMk cId="4000764089" sldId="260"/>
            <ac:picMk id="3074" creationId="{B8AFDEA1-5637-40AE-A393-77831E1615E6}"/>
          </ac:picMkLst>
        </pc:picChg>
        <pc:picChg chg="add mod">
          <ac:chgData name="刘 用龙" userId="57dddb669ed2e383" providerId="LiveId" clId="{FC730A96-777A-437B-A5EA-4DA786A0D693}" dt="2022-03-10T09:55:00.107" v="670" actId="14100"/>
          <ac:picMkLst>
            <pc:docMk/>
            <pc:sldMk cId="4000764089" sldId="260"/>
            <ac:picMk id="3076" creationId="{23969EFD-5C15-4005-BA48-D193661B0500}"/>
          </ac:picMkLst>
        </pc:picChg>
        <pc:picChg chg="add mod">
          <ac:chgData name="刘 用龙" userId="57dddb669ed2e383" providerId="LiveId" clId="{FC730A96-777A-437B-A5EA-4DA786A0D693}" dt="2022-03-10T09:55:44.356" v="675" actId="1076"/>
          <ac:picMkLst>
            <pc:docMk/>
            <pc:sldMk cId="4000764089" sldId="260"/>
            <ac:picMk id="3078" creationId="{51F613CA-D760-4033-8DCC-E4687B563B8D}"/>
          </ac:picMkLst>
        </pc:picChg>
        <pc:picChg chg="add mod">
          <ac:chgData name="刘 用龙" userId="57dddb669ed2e383" providerId="LiveId" clId="{FC730A96-777A-437B-A5EA-4DA786A0D693}" dt="2022-03-10T09:56:11.629" v="680" actId="14100"/>
          <ac:picMkLst>
            <pc:docMk/>
            <pc:sldMk cId="4000764089" sldId="260"/>
            <ac:picMk id="3080" creationId="{D6086A23-6CB9-4072-9BB9-73EEDCCD5D77}"/>
          </ac:picMkLst>
        </pc:picChg>
      </pc:sldChg>
      <pc:sldChg chg="addSp delSp modSp add mod">
        <pc:chgData name="刘 用龙" userId="57dddb669ed2e383" providerId="LiveId" clId="{FC730A96-777A-437B-A5EA-4DA786A0D693}" dt="2022-03-11T06:55:06.223" v="1273" actId="14100"/>
        <pc:sldMkLst>
          <pc:docMk/>
          <pc:sldMk cId="398348066" sldId="261"/>
        </pc:sldMkLst>
        <pc:spChg chg="add mod">
          <ac:chgData name="刘 用龙" userId="57dddb669ed2e383" providerId="LiveId" clId="{FC730A96-777A-437B-A5EA-4DA786A0D693}" dt="2022-03-11T02:11:23.345" v="739"/>
          <ac:spMkLst>
            <pc:docMk/>
            <pc:sldMk cId="398348066" sldId="261"/>
            <ac:spMk id="2" creationId="{639274E9-512F-43BA-B6C6-6574EDBB462D}"/>
          </ac:spMkLst>
        </pc:spChg>
        <pc:spChg chg="add del">
          <ac:chgData name="刘 用龙" userId="57dddb669ed2e383" providerId="LiveId" clId="{FC730A96-777A-437B-A5EA-4DA786A0D693}" dt="2022-03-11T02:04:50.046" v="684"/>
          <ac:spMkLst>
            <pc:docMk/>
            <pc:sldMk cId="398348066" sldId="261"/>
            <ac:spMk id="3" creationId="{2D28248D-489B-4A56-A414-8BA3EFD0AEFA}"/>
          </ac:spMkLst>
        </pc:spChg>
        <pc:spChg chg="add del mod">
          <ac:chgData name="刘 用龙" userId="57dddb669ed2e383" providerId="LiveId" clId="{FC730A96-777A-437B-A5EA-4DA786A0D693}" dt="2022-03-11T02:10:41.083" v="731"/>
          <ac:spMkLst>
            <pc:docMk/>
            <pc:sldMk cId="398348066" sldId="261"/>
            <ac:spMk id="4" creationId="{6BDBDFB7-7634-4349-885A-A6DCC7E4DDF0}"/>
          </ac:spMkLst>
        </pc:spChg>
        <pc:spChg chg="add mod">
          <ac:chgData name="刘 用龙" userId="57dddb669ed2e383" providerId="LiveId" clId="{FC730A96-777A-437B-A5EA-4DA786A0D693}" dt="2022-03-11T06:55:06.223" v="1273" actId="14100"/>
          <ac:spMkLst>
            <pc:docMk/>
            <pc:sldMk cId="398348066" sldId="261"/>
            <ac:spMk id="7" creationId="{8A83247E-6BF6-4C49-B270-A14116632946}"/>
          </ac:spMkLst>
        </pc:spChg>
        <pc:picChg chg="add mod">
          <ac:chgData name="刘 用龙" userId="57dddb669ed2e383" providerId="LiveId" clId="{FC730A96-777A-437B-A5EA-4DA786A0D693}" dt="2022-03-11T02:11:28.053" v="740" actId="1076"/>
          <ac:picMkLst>
            <pc:docMk/>
            <pc:sldMk cId="398348066" sldId="261"/>
            <ac:picMk id="6" creationId="{6A8ECBE7-D942-459D-8E71-A889050CD559}"/>
          </ac:picMkLst>
        </pc:picChg>
      </pc:sldChg>
      <pc:sldChg chg="addSp modSp add mod">
        <pc:chgData name="刘 用龙" userId="57dddb669ed2e383" providerId="LiveId" clId="{FC730A96-777A-437B-A5EA-4DA786A0D693}" dt="2022-03-11T06:55:35.839" v="1278" actId="1076"/>
        <pc:sldMkLst>
          <pc:docMk/>
          <pc:sldMk cId="3622032818" sldId="262"/>
        </pc:sldMkLst>
        <pc:spChg chg="add mod">
          <ac:chgData name="刘 用龙" userId="57dddb669ed2e383" providerId="LiveId" clId="{FC730A96-777A-437B-A5EA-4DA786A0D693}" dt="2022-03-11T02:29:17.038" v="814" actId="20577"/>
          <ac:spMkLst>
            <pc:docMk/>
            <pc:sldMk cId="3622032818" sldId="262"/>
            <ac:spMk id="2" creationId="{FAEECACF-A8BA-4306-8BF7-4CB7ADCBA21B}"/>
          </ac:spMkLst>
        </pc:spChg>
        <pc:spChg chg="add mod">
          <ac:chgData name="刘 用龙" userId="57dddb669ed2e383" providerId="LiveId" clId="{FC730A96-777A-437B-A5EA-4DA786A0D693}" dt="2022-03-11T02:28:19.188" v="806" actId="1076"/>
          <ac:spMkLst>
            <pc:docMk/>
            <pc:sldMk cId="3622032818" sldId="262"/>
            <ac:spMk id="5" creationId="{1CBBBD1F-9B2E-49A4-A89F-2B908A0CAEED}"/>
          </ac:spMkLst>
        </pc:spChg>
        <pc:spChg chg="add mod">
          <ac:chgData name="刘 用龙" userId="57dddb669ed2e383" providerId="LiveId" clId="{FC730A96-777A-437B-A5EA-4DA786A0D693}" dt="2022-03-11T06:55:35.839" v="1278" actId="1076"/>
          <ac:spMkLst>
            <pc:docMk/>
            <pc:sldMk cId="3622032818" sldId="262"/>
            <ac:spMk id="7" creationId="{FFCBC697-2666-4C0D-9E26-3E8392F08DC5}"/>
          </ac:spMkLst>
        </pc:spChg>
        <pc:picChg chg="add mod">
          <ac:chgData name="刘 用龙" userId="57dddb669ed2e383" providerId="LiveId" clId="{FC730A96-777A-437B-A5EA-4DA786A0D693}" dt="2022-03-11T02:28:32.294" v="807" actId="1076"/>
          <ac:picMkLst>
            <pc:docMk/>
            <pc:sldMk cId="3622032818" sldId="262"/>
            <ac:picMk id="4" creationId="{8D5324AC-447D-4BB5-9CC7-2C6CC5AA0E10}"/>
          </ac:picMkLst>
        </pc:picChg>
        <pc:picChg chg="add mod">
          <ac:chgData name="刘 用龙" userId="57dddb669ed2e383" providerId="LiveId" clId="{FC730A96-777A-437B-A5EA-4DA786A0D693}" dt="2022-03-11T02:22:22.752" v="798" actId="1076"/>
          <ac:picMkLst>
            <pc:docMk/>
            <pc:sldMk cId="3622032818" sldId="262"/>
            <ac:picMk id="2050" creationId="{7356CE4A-7EEF-4B30-A4E3-D9F4798D8562}"/>
          </ac:picMkLst>
        </pc:picChg>
      </pc:sldChg>
      <pc:sldChg chg="addSp modSp add mod">
        <pc:chgData name="刘 用龙" userId="57dddb669ed2e383" providerId="LiveId" clId="{FC730A96-777A-437B-A5EA-4DA786A0D693}" dt="2022-03-11T06:55:54.872" v="1284"/>
        <pc:sldMkLst>
          <pc:docMk/>
          <pc:sldMk cId="277055532" sldId="263"/>
        </pc:sldMkLst>
        <pc:spChg chg="add mod">
          <ac:chgData name="刘 用龙" userId="57dddb669ed2e383" providerId="LiveId" clId="{FC730A96-777A-437B-A5EA-4DA786A0D693}" dt="2022-03-11T02:30:17.513" v="851" actId="14100"/>
          <ac:spMkLst>
            <pc:docMk/>
            <pc:sldMk cId="277055532" sldId="263"/>
            <ac:spMk id="2" creationId="{202A6ACA-4D81-4D66-9C26-9A954980C7E6}"/>
          </ac:spMkLst>
        </pc:spChg>
        <pc:spChg chg="add mod">
          <ac:chgData name="刘 用龙" userId="57dddb669ed2e383" providerId="LiveId" clId="{FC730A96-777A-437B-A5EA-4DA786A0D693}" dt="2022-03-11T02:47:34.438" v="867" actId="14100"/>
          <ac:spMkLst>
            <pc:docMk/>
            <pc:sldMk cId="277055532" sldId="263"/>
            <ac:spMk id="7" creationId="{6A9A2265-AFDB-41A7-9187-3C30F2C7C90F}"/>
          </ac:spMkLst>
        </pc:spChg>
        <pc:spChg chg="add mod">
          <ac:chgData name="刘 用龙" userId="57dddb669ed2e383" providerId="LiveId" clId="{FC730A96-777A-437B-A5EA-4DA786A0D693}" dt="2022-03-11T06:55:54.872" v="1284"/>
          <ac:spMkLst>
            <pc:docMk/>
            <pc:sldMk cId="277055532" sldId="263"/>
            <ac:spMk id="8" creationId="{16F116DA-BCCC-479C-A284-64AB913059BB}"/>
          </ac:spMkLst>
        </pc:spChg>
        <pc:picChg chg="add mod">
          <ac:chgData name="刘 用龙" userId="57dddb669ed2e383" providerId="LiveId" clId="{FC730A96-777A-437B-A5EA-4DA786A0D693}" dt="2022-03-11T02:46:17.678" v="856" actId="1076"/>
          <ac:picMkLst>
            <pc:docMk/>
            <pc:sldMk cId="277055532" sldId="263"/>
            <ac:picMk id="4" creationId="{78BB8468-32EF-4824-A23F-534D3245ADE8}"/>
          </ac:picMkLst>
        </pc:picChg>
        <pc:picChg chg="add mod">
          <ac:chgData name="刘 用龙" userId="57dddb669ed2e383" providerId="LiveId" clId="{FC730A96-777A-437B-A5EA-4DA786A0D693}" dt="2022-03-11T02:46:07.505" v="855" actId="1076"/>
          <ac:picMkLst>
            <pc:docMk/>
            <pc:sldMk cId="277055532" sldId="263"/>
            <ac:picMk id="6" creationId="{8009024A-1CB2-4C78-949E-1548C46A19A6}"/>
          </ac:picMkLst>
        </pc:picChg>
      </pc:sldChg>
      <pc:sldChg chg="addSp modSp add mod">
        <pc:chgData name="刘 用龙" userId="57dddb669ed2e383" providerId="LiveId" clId="{FC730A96-777A-437B-A5EA-4DA786A0D693}" dt="2022-03-11T06:56:07.615" v="1287" actId="14100"/>
        <pc:sldMkLst>
          <pc:docMk/>
          <pc:sldMk cId="3299764503" sldId="264"/>
        </pc:sldMkLst>
        <pc:spChg chg="add mod">
          <ac:chgData name="刘 用龙" userId="57dddb669ed2e383" providerId="LiveId" clId="{FC730A96-777A-437B-A5EA-4DA786A0D693}" dt="2022-03-11T03:16:54.213" v="914" actId="20577"/>
          <ac:spMkLst>
            <pc:docMk/>
            <pc:sldMk cId="3299764503" sldId="264"/>
            <ac:spMk id="2" creationId="{623CC8BE-41F2-48D4-B11B-7EAE3F83C87A}"/>
          </ac:spMkLst>
        </pc:spChg>
        <pc:spChg chg="add mod">
          <ac:chgData name="刘 用龙" userId="57dddb669ed2e383" providerId="LiveId" clId="{FC730A96-777A-437B-A5EA-4DA786A0D693}" dt="2022-03-11T03:08:00.319" v="908" actId="20577"/>
          <ac:spMkLst>
            <pc:docMk/>
            <pc:sldMk cId="3299764503" sldId="264"/>
            <ac:spMk id="3" creationId="{1CAF818F-F759-49D0-AFAA-9777E3D3049B}"/>
          </ac:spMkLst>
        </pc:spChg>
        <pc:spChg chg="add mod">
          <ac:chgData name="刘 用龙" userId="57dddb669ed2e383" providerId="LiveId" clId="{FC730A96-777A-437B-A5EA-4DA786A0D693}" dt="2022-03-11T06:56:07.615" v="1287" actId="14100"/>
          <ac:spMkLst>
            <pc:docMk/>
            <pc:sldMk cId="3299764503" sldId="264"/>
            <ac:spMk id="7" creationId="{7516E24D-4756-4084-8CC8-173154FE3682}"/>
          </ac:spMkLst>
        </pc:spChg>
        <pc:picChg chg="add mod">
          <ac:chgData name="刘 用龙" userId="57dddb669ed2e383" providerId="LiveId" clId="{FC730A96-777A-437B-A5EA-4DA786A0D693}" dt="2022-03-11T03:08:38.674" v="911" actId="14100"/>
          <ac:picMkLst>
            <pc:docMk/>
            <pc:sldMk cId="3299764503" sldId="264"/>
            <ac:picMk id="5" creationId="{5524FD23-BE28-46BE-BCC8-A9AFF9A50563}"/>
          </ac:picMkLst>
        </pc:picChg>
        <pc:picChg chg="add mod">
          <ac:chgData name="刘 用龙" userId="57dddb669ed2e383" providerId="LiveId" clId="{FC730A96-777A-437B-A5EA-4DA786A0D693}" dt="2022-03-11T02:53:10.969" v="897" actId="1076"/>
          <ac:picMkLst>
            <pc:docMk/>
            <pc:sldMk cId="3299764503" sldId="264"/>
            <ac:picMk id="3074" creationId="{8767750A-82E9-46B1-868E-02EA8F4E362E}"/>
          </ac:picMkLst>
        </pc:picChg>
      </pc:sldChg>
      <pc:sldChg chg="addSp modSp add mod">
        <pc:chgData name="刘 用龙" userId="57dddb669ed2e383" providerId="LiveId" clId="{FC730A96-777A-437B-A5EA-4DA786A0D693}" dt="2022-03-11T06:56:28.463" v="1292" actId="14100"/>
        <pc:sldMkLst>
          <pc:docMk/>
          <pc:sldMk cId="3049503952" sldId="265"/>
        </pc:sldMkLst>
        <pc:spChg chg="add mod">
          <ac:chgData name="刘 用龙" userId="57dddb669ed2e383" providerId="LiveId" clId="{FC730A96-777A-437B-A5EA-4DA786A0D693}" dt="2022-03-11T03:18:11.622" v="928" actId="20577"/>
          <ac:spMkLst>
            <pc:docMk/>
            <pc:sldMk cId="3049503952" sldId="265"/>
            <ac:spMk id="2" creationId="{967C4E18-3798-4237-80E9-1889983C65C0}"/>
          </ac:spMkLst>
        </pc:spChg>
        <pc:spChg chg="add mod">
          <ac:chgData name="刘 用龙" userId="57dddb669ed2e383" providerId="LiveId" clId="{FC730A96-777A-437B-A5EA-4DA786A0D693}" dt="2022-03-11T03:27:03.509" v="947" actId="255"/>
          <ac:spMkLst>
            <pc:docMk/>
            <pc:sldMk cId="3049503952" sldId="265"/>
            <ac:spMk id="5" creationId="{A73EAF37-A04A-4FB7-8D5A-4D463177D873}"/>
          </ac:spMkLst>
        </pc:spChg>
        <pc:spChg chg="add mod">
          <ac:chgData name="刘 用龙" userId="57dddb669ed2e383" providerId="LiveId" clId="{FC730A96-777A-437B-A5EA-4DA786A0D693}" dt="2022-03-11T06:56:28.463" v="1292" actId="14100"/>
          <ac:spMkLst>
            <pc:docMk/>
            <pc:sldMk cId="3049503952" sldId="265"/>
            <ac:spMk id="7" creationId="{F61CF764-4056-4CDD-AC88-74ABAAD88E66}"/>
          </ac:spMkLst>
        </pc:spChg>
        <pc:picChg chg="add mod">
          <ac:chgData name="刘 用龙" userId="57dddb669ed2e383" providerId="LiveId" clId="{FC730A96-777A-437B-A5EA-4DA786A0D693}" dt="2022-03-11T03:21:13.175" v="936" actId="14100"/>
          <ac:picMkLst>
            <pc:docMk/>
            <pc:sldMk cId="3049503952" sldId="265"/>
            <ac:picMk id="4" creationId="{48C18422-02B8-4C95-8D13-3CB75BFBBAEF}"/>
          </ac:picMkLst>
        </pc:picChg>
        <pc:picChg chg="add mod">
          <ac:chgData name="刘 用龙" userId="57dddb669ed2e383" providerId="LiveId" clId="{FC730A96-777A-437B-A5EA-4DA786A0D693}" dt="2022-03-11T03:18:33.939" v="932" actId="1076"/>
          <ac:picMkLst>
            <pc:docMk/>
            <pc:sldMk cId="3049503952" sldId="265"/>
            <ac:picMk id="7170" creationId="{74D94562-CB5D-465C-8BA4-0B7EDC9DF42E}"/>
          </ac:picMkLst>
        </pc:picChg>
      </pc:sldChg>
      <pc:sldChg chg="addSp delSp modSp new mod modNotesTx">
        <pc:chgData name="刘 用龙" userId="57dddb669ed2e383" providerId="LiveId" clId="{FC730A96-777A-437B-A5EA-4DA786A0D693}" dt="2022-03-10T07:26:25.171" v="495" actId="20577"/>
        <pc:sldMkLst>
          <pc:docMk/>
          <pc:sldMk cId="3569643706" sldId="266"/>
        </pc:sldMkLst>
        <pc:spChg chg="del">
          <ac:chgData name="刘 用龙" userId="57dddb669ed2e383" providerId="LiveId" clId="{FC730A96-777A-437B-A5EA-4DA786A0D693}" dt="2022-03-10T07:06:20.142" v="57" actId="478"/>
          <ac:spMkLst>
            <pc:docMk/>
            <pc:sldMk cId="3569643706" sldId="266"/>
            <ac:spMk id="2" creationId="{09852B6D-560E-44D2-8D69-0E155538536A}"/>
          </ac:spMkLst>
        </pc:spChg>
        <pc:spChg chg="del">
          <ac:chgData name="刘 用龙" userId="57dddb669ed2e383" providerId="LiveId" clId="{FC730A96-777A-437B-A5EA-4DA786A0D693}" dt="2022-03-10T07:06:21.133" v="58" actId="478"/>
          <ac:spMkLst>
            <pc:docMk/>
            <pc:sldMk cId="3569643706" sldId="266"/>
            <ac:spMk id="3" creationId="{6C18A987-50AB-4CAC-A219-F2EBE40AC1D4}"/>
          </ac:spMkLst>
        </pc:spChg>
        <pc:picChg chg="add mod">
          <ac:chgData name="刘 用龙" userId="57dddb669ed2e383" providerId="LiveId" clId="{FC730A96-777A-437B-A5EA-4DA786A0D693}" dt="2022-03-10T07:21:00.853" v="98" actId="12789"/>
          <ac:picMkLst>
            <pc:docMk/>
            <pc:sldMk cId="3569643706" sldId="266"/>
            <ac:picMk id="5" creationId="{F71AFC48-95EF-467D-BCCF-89C3BC8A930E}"/>
          </ac:picMkLst>
        </pc:picChg>
        <pc:picChg chg="add mod">
          <ac:chgData name="刘 用龙" userId="57dddb669ed2e383" providerId="LiveId" clId="{FC730A96-777A-437B-A5EA-4DA786A0D693}" dt="2022-03-10T07:21:00.853" v="98" actId="12789"/>
          <ac:picMkLst>
            <pc:docMk/>
            <pc:sldMk cId="3569643706" sldId="266"/>
            <ac:picMk id="7" creationId="{36457D3A-B542-446E-9EA0-4237C6599A0E}"/>
          </ac:picMkLst>
        </pc:picChg>
      </pc:sldChg>
      <pc:sldChg chg="addSp delSp modSp add mod modNotesTx">
        <pc:chgData name="刘 用龙" userId="57dddb669ed2e383" providerId="LiveId" clId="{FC730A96-777A-437B-A5EA-4DA786A0D693}" dt="2022-03-11T06:35:10.360" v="1201" actId="1076"/>
        <pc:sldMkLst>
          <pc:docMk/>
          <pc:sldMk cId="3525328741" sldId="267"/>
        </pc:sldMkLst>
        <pc:spChg chg="mod">
          <ac:chgData name="刘 用龙" userId="57dddb669ed2e383" providerId="LiveId" clId="{FC730A96-777A-437B-A5EA-4DA786A0D693}" dt="2022-03-11T03:28:51.787" v="956" actId="14100"/>
          <ac:spMkLst>
            <pc:docMk/>
            <pc:sldMk cId="3525328741" sldId="267"/>
            <ac:spMk id="2" creationId="{967C4E18-3798-4237-80E9-1889983C65C0}"/>
          </ac:spMkLst>
        </pc:spChg>
        <pc:spChg chg="add del mod">
          <ac:chgData name="刘 用龙" userId="57dddb669ed2e383" providerId="LiveId" clId="{FC730A96-777A-437B-A5EA-4DA786A0D693}" dt="2022-03-11T06:31:18.108" v="1039" actId="21"/>
          <ac:spMkLst>
            <pc:docMk/>
            <pc:sldMk cId="3525328741" sldId="267"/>
            <ac:spMk id="7" creationId="{DD8C61CD-7D16-49CB-9D8E-B0999DD6EA1E}"/>
          </ac:spMkLst>
        </pc:spChg>
        <pc:spChg chg="add mod">
          <ac:chgData name="刘 用龙" userId="57dddb669ed2e383" providerId="LiveId" clId="{FC730A96-777A-437B-A5EA-4DA786A0D693}" dt="2022-03-11T06:35:10.360" v="1201" actId="1076"/>
          <ac:spMkLst>
            <pc:docMk/>
            <pc:sldMk cId="3525328741" sldId="267"/>
            <ac:spMk id="8" creationId="{648F5363-3679-4B2D-A838-B34C55B53B93}"/>
          </ac:spMkLst>
        </pc:spChg>
        <pc:picChg chg="add mod">
          <ac:chgData name="刘 用龙" userId="57dddb669ed2e383" providerId="LiveId" clId="{FC730A96-777A-437B-A5EA-4DA786A0D693}" dt="2022-03-11T03:39:20.510" v="1001" actId="1076"/>
          <ac:picMkLst>
            <pc:docMk/>
            <pc:sldMk cId="3525328741" sldId="267"/>
            <ac:picMk id="4" creationId="{25CD3E77-AA67-4E20-8B8C-764545689560}"/>
          </ac:picMkLst>
        </pc:picChg>
        <pc:picChg chg="add mod">
          <ac:chgData name="刘 用龙" userId="57dddb669ed2e383" providerId="LiveId" clId="{FC730A96-777A-437B-A5EA-4DA786A0D693}" dt="2022-03-11T03:38:01.027" v="990" actId="1076"/>
          <ac:picMkLst>
            <pc:docMk/>
            <pc:sldMk cId="3525328741" sldId="267"/>
            <ac:picMk id="6" creationId="{7B2BA475-6415-4BAA-A4A2-710300A0AB34}"/>
          </ac:picMkLst>
        </pc:picChg>
      </pc:sldChg>
      <pc:sldChg chg="addSp delSp modSp add del mod">
        <pc:chgData name="刘 用龙" userId="57dddb669ed2e383" providerId="LiveId" clId="{FC730A96-777A-437B-A5EA-4DA786A0D693}" dt="2022-03-11T06:56:49.832" v="1297" actId="47"/>
        <pc:sldMkLst>
          <pc:docMk/>
          <pc:sldMk cId="3017421800" sldId="268"/>
        </pc:sldMkLst>
        <pc:spChg chg="del mod">
          <ac:chgData name="刘 用龙" userId="57dddb669ed2e383" providerId="LiveId" clId="{FC730A96-777A-437B-A5EA-4DA786A0D693}" dt="2022-03-11T06:56:46.977" v="1296" actId="478"/>
          <ac:spMkLst>
            <pc:docMk/>
            <pc:sldMk cId="3017421800" sldId="268"/>
            <ac:spMk id="2" creationId="{967C4E18-3798-4237-80E9-1889983C65C0}"/>
          </ac:spMkLst>
        </pc:spChg>
        <pc:spChg chg="add del mod">
          <ac:chgData name="刘 用龙" userId="57dddb669ed2e383" providerId="LiveId" clId="{FC730A96-777A-437B-A5EA-4DA786A0D693}" dt="2022-03-11T06:35:37.299" v="1204" actId="478"/>
          <ac:spMkLst>
            <pc:docMk/>
            <pc:sldMk cId="3017421800" sldId="268"/>
            <ac:spMk id="3" creationId="{0844A217-F7D4-47A8-B233-D263DC3923FC}"/>
          </ac:spMkLst>
        </pc:spChg>
      </pc:sldChg>
      <pc:sldChg chg="addSp delSp modSp add mod ord modNotesTx">
        <pc:chgData name="刘 用龙" userId="57dddb669ed2e383" providerId="LiveId" clId="{FC730A96-777A-437B-A5EA-4DA786A0D693}" dt="2022-03-11T06:56:36.769" v="1294" actId="14100"/>
        <pc:sldMkLst>
          <pc:docMk/>
          <pc:sldMk cId="2421990708" sldId="269"/>
        </pc:sldMkLst>
        <pc:spChg chg="del">
          <ac:chgData name="刘 用龙" userId="57dddb669ed2e383" providerId="LiveId" clId="{FC730A96-777A-437B-A5EA-4DA786A0D693}" dt="2022-03-11T06:31:28.703" v="1042" actId="478"/>
          <ac:spMkLst>
            <pc:docMk/>
            <pc:sldMk cId="2421990708" sldId="269"/>
            <ac:spMk id="2" creationId="{967C4E18-3798-4237-80E9-1889983C65C0}"/>
          </ac:spMkLst>
        </pc:spChg>
        <pc:spChg chg="mod">
          <ac:chgData name="刘 用龙" userId="57dddb669ed2e383" providerId="LiveId" clId="{FC730A96-777A-437B-A5EA-4DA786A0D693}" dt="2022-03-11T06:32:30.115" v="1050" actId="113"/>
          <ac:spMkLst>
            <pc:docMk/>
            <pc:sldMk cId="2421990708" sldId="269"/>
            <ac:spMk id="3" creationId="{0844A217-F7D4-47A8-B233-D263DC3923FC}"/>
          </ac:spMkLst>
        </pc:spChg>
        <pc:spChg chg="add mod">
          <ac:chgData name="刘 用龙" userId="57dddb669ed2e383" providerId="LiveId" clId="{FC730A96-777A-437B-A5EA-4DA786A0D693}" dt="2022-03-11T06:56:36.769" v="1294" actId="14100"/>
          <ac:spMkLst>
            <pc:docMk/>
            <pc:sldMk cId="2421990708" sldId="269"/>
            <ac:spMk id="4" creationId="{EDAAE315-DBAC-46F7-A4B7-3B87969E3EDB}"/>
          </ac:spMkLst>
        </pc:spChg>
      </pc:sldChg>
      <pc:sldChg chg="addSp delSp modSp add del mod">
        <pc:chgData name="刘 用龙" userId="57dddb669ed2e383" providerId="LiveId" clId="{FC730A96-777A-437B-A5EA-4DA786A0D693}" dt="2022-03-11T06:58:22.668" v="2265"/>
        <pc:sldMkLst>
          <pc:docMk/>
          <pc:sldMk cId="53120284" sldId="270"/>
        </pc:sldMkLst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" creationId="{3E9F22B3-52BB-426B-A073-2CC1A4337C9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" creationId="{4AFA7431-7519-4891-959E-E1D99240920F}"/>
          </ac:spMkLst>
        </pc:spChg>
        <pc:spChg chg="add del mod or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" creationId="{F29902CF-A8DC-45AF-8342-708067619EA2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" creationId="{D818636B-F8A2-49AB-9D9D-3F824AC1105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6" creationId="{46DAEE61-4B3B-4003-B439-7842AC576EC9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7" creationId="{3C981B77-3A2A-405C-B060-60861729F5ED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8" creationId="{D6F99E47-FC31-4955-858D-C6F9C12B665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9" creationId="{EECB45C4-2504-4481-8C32-3220BA84530D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0" creationId="{5A119AA0-FCA8-4DA6-87E4-654A6DECD42C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1" creationId="{21C67E2C-966B-4E07-BEBF-EED87D7E4B60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2" creationId="{49CBEDD3-7E72-459A-AB31-87688CD5FCF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3" creationId="{F08E199D-7444-4086-B68A-D809FB2B7789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4" creationId="{A35C6017-1712-46D3-8320-3E622C0DC4EA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5" creationId="{872AE287-A878-4425-B068-DBB691384D7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6" creationId="{F0F0B513-8715-4C45-B6F6-483D3EC4E89D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7" creationId="{686E5FCC-0ED0-44C6-9D6C-E469968590F2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8" creationId="{908AE4B7-BE39-4A6C-B699-62CD9809E332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9" creationId="{4D0F944E-2A93-4E4A-9F48-08D5D4150306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0" creationId="{BE0D539E-9E09-4BD4-B2CF-C35DE7B41E4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1" creationId="{50D5C656-63CC-4C76-8860-4FFE5DE22FB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2" creationId="{EF5F2B77-751E-4339-BDA5-EF6C087576B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3" creationId="{59CFBC5A-588E-4712-AE6E-4A31246B1D7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4" creationId="{79594E25-5AE5-45BD-BD5C-9D5D0F1D1FC5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5" creationId="{49493276-30DB-42A4-A567-172AA35B71E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6" creationId="{E5C967F1-648C-491E-84B6-56E937C4CC9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7" creationId="{60E1EC09-839A-4D7E-BE90-F15BEC870060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8" creationId="{E257D745-6B11-4FA3-920F-2DE16F093723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9" creationId="{15B39D3A-576F-4CBF-B371-70FF836CE8F0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0" creationId="{E06E77AE-602D-454B-9403-AC9BFDF8036C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1" creationId="{267F4E6B-3E8B-4890-AC19-48AE5C733FD9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2" creationId="{7C75D174-C9F2-4C20-810D-2DCD7ABEB99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3" creationId="{4EA472F7-8C30-4B79-8B94-213FC13677C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4" creationId="{81EA2C79-FC3C-481B-8CFD-FE9740A0C4A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5" creationId="{2BA39B73-C92E-4D4C-A3F1-93ACBE3413D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6" creationId="{AD88B0A0-2DE3-4A09-A92D-A2007A627BE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7" creationId="{1B06F26E-D0B8-4E02-97C9-FACCAD66509F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8" creationId="{E7386976-BB6A-4974-927F-1DB5837AAB4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9" creationId="{2389CF63-DAEB-454C-AC11-3DE8D105D40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0" creationId="{99D108D9-A1C0-4915-8654-064B41FF3A4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1" creationId="{090A8F43-4A9F-4D87-AB25-69ABCF59CADF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2" creationId="{8E914123-FFB3-4B71-8BD5-58802796BC9F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3" creationId="{023AB8CF-55DD-43F8-8A3C-0C1646EA0A09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4" creationId="{06D0848C-C306-4BE6-9CE7-55680D8BF603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5" creationId="{5605527A-7C63-414A-9337-06B1B862EF6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6" creationId="{BA181ED1-D4B0-4B5F-AC0F-F374426D6F6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7" creationId="{6A786B04-93D0-4154-B3AD-1B3B5BFA056A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8" creationId="{F87EAA53-DBEB-4287-A0DA-9B92AFBB1DC3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9" creationId="{BA0CD7A4-34AE-447C-85E8-303926520B76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0" creationId="{D74F021D-9352-4248-ABFD-6C5107321CBB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1" creationId="{9BB2ED7C-2D5D-4F5A-A68F-7785E15E15D0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2" creationId="{6E64F374-5801-4264-BF77-F7B44474078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3" creationId="{2CF915AC-7544-44A1-A30E-35C0A0ACB08B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4" creationId="{B6DE9988-9C79-423E-8C60-46154323B16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5" creationId="{28F56611-4766-4566-A9A1-642EA4178DFB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6" creationId="{6DFAA0B3-CEC2-4709-818D-04AD44DBD32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7" creationId="{8BDC4163-35F7-4822-8630-7FBB70530F7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8" creationId="{D1655B92-D9AB-41E0-809A-3587A3E14BD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9" creationId="{C4578D8D-1CBE-4619-B2A9-F6189933268B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60" creationId="{FB38609A-4251-465C-B45F-26B577B1D2D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61" creationId="{03094955-C98F-4473-9DC3-5190A04EE812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62" creationId="{E58C5FA1-545E-48B4-A50A-F74288BBB034}"/>
          </ac:spMkLst>
        </pc:spChg>
        <pc:spChg chg="add del mod">
          <ac:chgData name="刘 用龙" userId="57dddb669ed2e383" providerId="LiveId" clId="{FC730A96-777A-437B-A5EA-4DA786A0D693}" dt="2022-03-11T06:58:20.638" v="2033"/>
          <ac:spMkLst>
            <pc:docMk/>
            <pc:sldMk cId="53120284" sldId="270"/>
            <ac:spMk id="64" creationId="{1615D55C-49C7-4F69-9D06-663F422BC61F}"/>
          </ac:spMkLst>
        </pc:spChg>
        <pc:grpChg chg="add mod">
          <ac:chgData name="刘 用龙" userId="57dddb669ed2e383" providerId="LiveId" clId="{FC730A96-777A-437B-A5EA-4DA786A0D693}" dt="2022-03-11T06:58:22.668" v="2265"/>
          <ac:grpSpMkLst>
            <pc:docMk/>
            <pc:sldMk cId="53120284" sldId="270"/>
            <ac:grpSpMk id="63" creationId="{8FC70B13-034A-4555-A9C0-375FB0EB2DE7}"/>
          </ac:grpSpMkLst>
        </pc:grpChg>
        <pc:picChg chg="add del mod ord">
          <ac:chgData name="刘 用龙" userId="57dddb669ed2e383" providerId="LiveId" clId="{FC730A96-777A-437B-A5EA-4DA786A0D693}" dt="2022-03-11T06:58:20.638" v="2033"/>
          <ac:picMkLst>
            <pc:docMk/>
            <pc:sldMk cId="53120284" sldId="270"/>
            <ac:picMk id="66" creationId="{6F49DC0E-E8A7-4233-985A-176DA616C5AB}"/>
          </ac:picMkLst>
        </pc:picChg>
      </pc:sldChg>
      <pc:sldChg chg="addSp delSp modSp add mod ord">
        <pc:chgData name="刘 用龙" userId="57dddb669ed2e383" providerId="LiveId" clId="{FC730A96-777A-437B-A5EA-4DA786A0D693}" dt="2022-03-11T07:05:37.246" v="4866" actId="20577"/>
        <pc:sldMkLst>
          <pc:docMk/>
          <pc:sldMk cId="3412661771" sldId="270"/>
        </pc:sldMkLst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" creationId="{8854C485-63DE-46FD-A178-1283155382E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" creationId="{E39825AD-F3D9-4CA5-88CE-EBEB16C42250}"/>
          </ac:spMkLst>
        </pc:spChg>
        <pc:spChg chg="add mod or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" creationId="{D4D404B7-F236-4C61-A36B-0947FF5C1840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" creationId="{40C1F8BE-A5B1-4AAC-8E41-2820E58A072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6" creationId="{751E04E1-CBC4-4C7F-AB36-76AD9D5E9FE4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7" creationId="{1991E8D7-1736-49CE-9371-766F48C4BF88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8" creationId="{CBEAB050-6E45-445F-9ADD-7B2537E99538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9" creationId="{CB42B35C-CCC6-48DB-BE7B-CCB33137735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0" creationId="{99FE07B3-A63F-442B-837F-220D9D3FD2C4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1" creationId="{465EA807-AA8E-4591-B72E-BE11516F222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2" creationId="{BEB5D572-9506-458A-8B2D-7305FDD271D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3" creationId="{A5DA0952-99DE-403E-B04E-2BEC84B6360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4" creationId="{8587E57D-DFAF-46F9-97F9-9102A481ACFF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5" creationId="{4182FC46-94CD-4AF6-A00F-19225371B1F3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6" creationId="{EE03D0A4-164B-4F27-959F-E4431FE33816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7" creationId="{FD66041B-6140-4D47-8E2E-77292151B103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8" creationId="{7C13DA6C-296C-450C-BD38-811E9369777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9" creationId="{29443061-4E82-49F8-ACC4-7F363ACDAC1D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0" creationId="{789EE327-54E2-45EB-874E-1079CFB6D57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1" creationId="{9E247855-F26E-4E29-A222-D95990DE0754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2" creationId="{9B061DE1-3148-4082-A7AE-A2D9B02E0E6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3" creationId="{CAC56E17-7157-4B6B-BB17-A12D0F67FF19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4" creationId="{807CC520-3B8E-4D6A-AF48-EC11E25AB75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5" creationId="{02F46A71-B927-47A0-BD1D-996F87AB2D8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6" creationId="{91702971-A39B-4710-838E-8CF640D6E789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7" creationId="{13569498-70B6-4B52-BD21-33DD5363E4C4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8" creationId="{32B48AB2-E3A5-4FFE-B203-23CA18CF701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9" creationId="{A2CF5BD5-0773-4638-A0FE-48C6C417B01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0" creationId="{9DFDE698-B54E-488A-B8EB-115CCAFDA4E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1" creationId="{D963CCE5-788F-4283-9E94-B88532E3C35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2" creationId="{CBD3B3EE-1989-47CF-8E84-64390071F149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3" creationId="{6EE004E7-BB0D-42FC-B137-93FDD6C455B1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4" creationId="{2ECB4A37-4FC2-4739-991A-8CFA3D6EE4AD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5" creationId="{B193179A-36BC-4F10-B9A0-824698288CB3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6" creationId="{19FAA9E6-60B9-4BEA-B05F-644F1F593C1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7" creationId="{45914669-3DDC-4F68-B629-2A8C2420EDC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8" creationId="{96302E76-DCBC-4237-8F72-DF7059E9C13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9" creationId="{B7D7895F-C03A-435C-B505-3883E5DB86E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0" creationId="{EF69F9A3-6FDE-4B33-8741-18DB1418E81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1" creationId="{589B977F-C6B5-4C2F-96B6-CA7D41D7707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2" creationId="{D387CCA8-217C-47F4-99BA-BA651095BBFE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3" creationId="{403B4ECC-4801-4C7A-B337-0606A607A40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4" creationId="{02FF048C-41FA-4D98-8B06-BEF3E938925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5" creationId="{976ADA07-815F-4D86-A167-7D307BCAEE12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6" creationId="{A26A3A4F-74E3-4461-B9C4-24503B9A09BF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7" creationId="{A94CC419-C578-4E98-A12D-A58BC1A88801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8" creationId="{ADF90E38-7CA8-4FB4-9C78-989650A45F62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9" creationId="{F7824C97-2145-4D53-8494-EC6D26324D80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0" creationId="{B389D513-E705-482E-B403-2C1320B6873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1" creationId="{4594E77C-EB2A-4BAE-9E1C-CF2E2A90D8C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2" creationId="{1418844A-E013-4134-A1CB-298DAA414591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3" creationId="{84B0C196-141B-46B9-B1C1-3BD2B32E6B67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4" creationId="{085157E2-EAF2-44FE-8D7A-8DA5BC742E69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5" creationId="{53C2846F-D0E9-4928-A92F-781E0499A1A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6" creationId="{7AD35134-0C48-47FF-95B5-C852F5C5690F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7" creationId="{F8A7BDDF-EC53-48C2-8256-2C26C9B4862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8" creationId="{EE8A757B-B7EE-4BDC-A851-8A31823698C3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9" creationId="{3332A41F-EBB1-49A0-9D86-4651CA61132E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60" creationId="{3EB8B3EF-18AE-47E2-B2BB-A0BF123F6BA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61" creationId="{5334D719-F5A6-4435-9FB1-0D8AEAED6562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62" creationId="{9D8D03F6-4854-474C-AEE8-5508721D5384}"/>
          </ac:spMkLst>
        </pc:spChg>
        <pc:spChg chg="add del mod">
          <ac:chgData name="刘 用龙" userId="57dddb669ed2e383" providerId="LiveId" clId="{FC730A96-777A-437B-A5EA-4DA786A0D693}" dt="2022-03-11T07:05:37.246" v="4866" actId="20577"/>
          <ac:spMkLst>
            <pc:docMk/>
            <pc:sldMk cId="3412661771" sldId="270"/>
            <ac:spMk id="64" creationId="{E9E2C4F4-7371-4855-A5B4-2E33F2708A4E}"/>
          </ac:spMkLst>
        </pc:spChg>
        <pc:grpChg chg="add mod">
          <ac:chgData name="刘 用龙" userId="57dddb669ed2e383" providerId="LiveId" clId="{FC730A96-777A-437B-A5EA-4DA786A0D693}" dt="2022-03-11T06:58:45.963" v="2919" actId="12788"/>
          <ac:grpSpMkLst>
            <pc:docMk/>
            <pc:sldMk cId="3412661771" sldId="270"/>
            <ac:grpSpMk id="63" creationId="{D080D590-A4B1-4BC3-9394-FCBDBBA659CB}"/>
          </ac:grpSpMkLst>
        </pc:grpChg>
        <pc:picChg chg="add mod ord">
          <ac:chgData name="刘 用龙" userId="57dddb669ed2e383" providerId="LiveId" clId="{FC730A96-777A-437B-A5EA-4DA786A0D693}" dt="2022-03-11T07:02:11.495" v="4793" actId="1076"/>
          <ac:picMkLst>
            <pc:docMk/>
            <pc:sldMk cId="3412661771" sldId="270"/>
            <ac:picMk id="66" creationId="{D1719910-8C5B-493C-86D3-C016C7C50CAE}"/>
          </ac:picMkLst>
        </pc:picChg>
      </pc:sldChg>
      <pc:sldChg chg="addSp delSp modSp add mod ord">
        <pc:chgData name="刘 用龙" userId="57dddb669ed2e383" providerId="LiveId" clId="{FC730A96-777A-437B-A5EA-4DA786A0D693}" dt="2022-03-11T07:05:45.435" v="4867" actId="478"/>
        <pc:sldMkLst>
          <pc:docMk/>
          <pc:sldMk cId="880328915" sldId="271"/>
        </pc:sldMkLst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" creationId="{B621163C-2FBC-4866-8AAB-E7A70C4A06AC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" creationId="{E8127956-E009-49D0-933A-D6ABAE30E182}"/>
          </ac:spMkLst>
        </pc:spChg>
        <pc:spChg chg="add mod or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" creationId="{FC3D00EC-C95B-4DAA-A745-57D8900F3381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" creationId="{02D67A9D-5DF1-44BD-9D04-3AB890C40EA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6" creationId="{41C3AC97-50EF-4EE8-AFE4-EA66400D37A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7" creationId="{48FFEF86-5DCF-4EFC-A547-23EA4790E374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8" creationId="{214CE667-ACEA-46C6-9250-298E42E2508F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9" creationId="{9BF85AE9-723C-47B2-BD0A-1A03895B7A2E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0" creationId="{81F5115B-C33A-44BB-BA89-B72654619484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1" creationId="{ED2FE5A9-8DA7-4834-BE80-E1FA58503665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2" creationId="{034B89D9-8EC7-40C8-ADFB-4A243E273BD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3" creationId="{E59D5662-F4A8-4435-9A4C-CA44F440EEC7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4" creationId="{C1CE7CBD-41D6-438D-A815-DA0BD428047B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5" creationId="{17666EF1-94EA-4C4C-AD11-982B42CCC66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6" creationId="{2C291688-97F9-406C-9D2F-BD0403B4F5F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7" creationId="{70C39856-98AA-4E83-A4C5-18223CB90A8C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8" creationId="{719C810E-2BA6-4213-95F4-2247F18EB90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9" creationId="{E27498E6-09F0-4DF1-90A2-4F35505F7D6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0" creationId="{2AEDE694-95B8-4683-900A-77DD5B2EC3E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1" creationId="{1946FEEA-DE18-481C-BB76-5123223E888D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2" creationId="{8CF3CA22-8A88-46C8-9E3D-BC944FC1294D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3" creationId="{25F9A1C6-D40B-417A-9607-A5FEC16725C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4" creationId="{69D84147-D4AD-4767-A779-1F690463550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5" creationId="{6D926110-DFFA-44E3-8636-59EFECE18FBF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6" creationId="{A6911655-C42A-4311-AFFE-B0B784F09A5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7" creationId="{23B82453-D9EB-4783-A306-677C815C2598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8" creationId="{8E47771A-FE4F-41AB-A347-901B7655B15C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9" creationId="{282037E1-E8CC-4A78-9452-AF355724DCAD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0" creationId="{D1B7E5E1-D807-4741-8624-6832FDE376AB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1" creationId="{FDDB3B34-50A9-4C41-87DB-CFBB2F90D3F1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2" creationId="{3A4EBC0C-842D-4B56-9E40-0A8B1F033D5F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3" creationId="{3D5A6A9E-C1E7-41BD-8340-26C7EDA89868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4" creationId="{F72D1F93-0434-47C8-BCC4-1392CBDFC49E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5" creationId="{1FB9F83A-6C73-4A4C-8ED8-12A5BF03B65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6" creationId="{185CBD89-58AB-46DD-AB66-A27B3DB8F56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7" creationId="{25C0225D-A2E3-4E26-8FA8-A9F22AF26EE9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8" creationId="{A5B66763-1F84-4171-8EF9-39B82BE221F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9" creationId="{8BA55368-FDB4-4656-BCD2-E075AA23216B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0" creationId="{42471099-ACD1-4B4C-9D6D-BA2105DADE2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1" creationId="{DE751D13-0B3C-4F99-8EEA-3B5360D639AA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2" creationId="{36000F48-DC6A-4775-87D5-76F537A541E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3" creationId="{85D59A47-098D-4945-BF96-FDA81AFC2E99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4" creationId="{EEE2C098-64D7-41AD-B270-07EDE8FFA6FC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5" creationId="{1AA215BA-8A59-4A77-9876-C95CE50F23C4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6" creationId="{22765449-9B0E-40F9-B7AF-077E1128916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7" creationId="{2D41EE10-7E92-4016-803A-D155727A0D8E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8" creationId="{30A317DE-BAAB-487B-95CA-E2CDED333E8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9" creationId="{9FF0D5D0-4C01-4A6B-8BE2-048D5A54158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0" creationId="{D535D00C-8EE0-4460-9DC2-CF6BEA9F9AB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1" creationId="{185F369E-BD7C-40C0-9152-D5591CE18B2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2" creationId="{DFAA533A-B2A7-42A2-8880-B76076C49BDF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3" creationId="{D57D2E49-7F54-4AE3-9A3F-F2A4291BB71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4" creationId="{CEDDF5ED-16D4-4517-B815-FD12FE75847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5" creationId="{1A8791D5-802E-44E9-ACB0-E10C08927917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6" creationId="{640F422C-CFB7-4EED-AB9E-2DBD9478F34E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7" creationId="{DF504B9F-7A99-4BCD-B7A2-0C4077326EA8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8" creationId="{A7035B87-0777-4526-B80A-E57D9F34EB4D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9" creationId="{EC40BCD5-D2DD-4357-AD81-C00A9CEC13C5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60" creationId="{F629CD91-9E19-4271-8956-433B177BB40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61" creationId="{BD1B81EF-8E52-4584-8AFF-785F8AEBCDEA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62" creationId="{BDB2F5B3-75FB-4926-A24C-CFAE5F4F3F2A}"/>
          </ac:spMkLst>
        </pc:spChg>
        <pc:spChg chg="add del mod">
          <ac:chgData name="刘 用龙" userId="57dddb669ed2e383" providerId="LiveId" clId="{FC730A96-777A-437B-A5EA-4DA786A0D693}" dt="2022-03-11T07:05:45.435" v="4867" actId="478"/>
          <ac:spMkLst>
            <pc:docMk/>
            <pc:sldMk cId="880328915" sldId="271"/>
            <ac:spMk id="64" creationId="{0F73C166-747E-4ADC-A70C-F53C91169242}"/>
          </ac:spMkLst>
        </pc:spChg>
        <pc:grpChg chg="add mod">
          <ac:chgData name="刘 用龙" userId="57dddb669ed2e383" providerId="LiveId" clId="{FC730A96-777A-437B-A5EA-4DA786A0D693}" dt="2022-03-11T06:59:46.257" v="4407" actId="1076"/>
          <ac:grpSpMkLst>
            <pc:docMk/>
            <pc:sldMk cId="880328915" sldId="271"/>
            <ac:grpSpMk id="63" creationId="{AA0A8A1C-5EA5-47DF-8CB7-5CD583597B0D}"/>
          </ac:grpSpMkLst>
        </pc:grpChg>
        <pc:picChg chg="add mod ord">
          <ac:chgData name="刘 用龙" userId="57dddb669ed2e383" providerId="LiveId" clId="{FC730A96-777A-437B-A5EA-4DA786A0D693}" dt="2022-03-11T06:59:36.859" v="4406" actId="1076"/>
          <ac:picMkLst>
            <pc:docMk/>
            <pc:sldMk cId="880328915" sldId="271"/>
            <ac:picMk id="66" creationId="{267EC55B-0E86-42A4-A30E-6AE1E21F0FC2}"/>
          </ac:picMkLst>
        </pc:picChg>
      </pc:sldChg>
      <pc:sldChg chg="addSp delSp modSp add del mod">
        <pc:chgData name="刘 用龙" userId="57dddb669ed2e383" providerId="LiveId" clId="{FC730A96-777A-437B-A5EA-4DA786A0D693}" dt="2022-03-11T06:59:18.569" v="3711" actId="47"/>
        <pc:sldMkLst>
          <pc:docMk/>
          <pc:sldMk cId="1602594959" sldId="271"/>
        </pc:sldMkLst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" creationId="{FC87FD72-C59C-4BCB-AE97-938FC0C52EFB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" creationId="{448374BA-3BD1-4BF8-BCED-52A1855FE2BE}"/>
          </ac:spMkLst>
        </pc:spChg>
        <pc:spChg chg="add mod or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" creationId="{03ABB69A-565D-48CD-B177-1C0BD2435F91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" creationId="{FC2B41B2-CB7A-41B7-8C1C-4D927145A99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6" creationId="{764D2604-57DE-4341-8FBB-46651D706649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7" creationId="{23BB5392-B26F-4260-9125-7100317ADEEE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8" creationId="{5A114986-343F-4B73-B87F-05F303D45F4D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9" creationId="{6D10AF27-3ABA-4CC1-8440-0A869CED13D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0" creationId="{4A99382C-6151-4EF3-98F9-DFB522232F04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1" creationId="{86F7990F-883E-411C-BC1F-E6B07A8F607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2" creationId="{53821790-DE20-450E-908B-A967BBE047A5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3" creationId="{DED842F1-1795-4F93-8A68-A94F88996B8D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4" creationId="{1EBD2C56-2965-47A2-9ADD-A25BA8DB1B6E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5" creationId="{B12FD7B1-B8D0-4071-88F1-2B663F91E1A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6" creationId="{69B670AD-73E1-44BA-BFC8-5C6B96E055A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7" creationId="{E8F4BE46-E504-489A-B153-23D7E5AF662B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8" creationId="{51582E90-5BB0-4BD6-836C-14947E71979F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9" creationId="{7448E77F-28C5-48D1-8256-69C19B9CEE4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0" creationId="{04064212-7D4C-4C6E-A7AC-5A2267E6CA78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1" creationId="{2F1582A1-D14F-48CD-904B-64C399D5D07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2" creationId="{8C368CB5-A56A-4F09-B878-B9EBECAB518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3" creationId="{AB23DB0E-9425-481C-A3C0-F217A80D9E1E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4" creationId="{BA3B8897-DE5A-4E6F-BCA3-8C88E428831D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5" creationId="{262C1082-AA52-4430-87C5-BC829AF8A9E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6" creationId="{54AFD92E-5A69-49E9-8E99-1A26C41F1A35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7" creationId="{4CFB3F2C-8C56-4599-AE6F-6DA7694E759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8" creationId="{D21A48EF-BC0E-47E5-B0A8-84D905280395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9" creationId="{34DD5E02-107C-430B-894E-90188F5166C0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0" creationId="{7F5BAF37-055A-48E1-8008-4066B90A9E28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1" creationId="{7991BBE5-48AC-47B8-BBE4-AB7773330E0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2" creationId="{D4C4B701-BB09-475A-8BA4-558E7E0E979F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3" creationId="{833DBFE3-2352-4D63-8165-5FF825861B9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4" creationId="{082FE112-C115-4535-870C-96C86D9A226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5" creationId="{54B72067-CA52-4979-85B6-CB4C8E166AF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6" creationId="{C917F742-DA38-44E3-8B2E-EF0AF1F1047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7" creationId="{3538F1D2-AE4B-4AB3-8F14-7A940910B72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8" creationId="{DCA7EE3F-C135-4F1E-8165-CFE85535661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9" creationId="{622EBC6F-B538-4413-A8A6-50660BAD8D15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0" creationId="{29AF421B-E1F1-4BCA-8CCD-F36BAF144FA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1" creationId="{CB830F5D-4D25-4F78-B9BC-6C74DB83C42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2" creationId="{A79917F7-C247-4A8B-9063-A0C03ECBF071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3" creationId="{5D8D6964-DBCB-420A-AF1C-902C01EB9D7B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4" creationId="{7F48546B-0749-4257-B984-A0156F6176F1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5" creationId="{046A2E4B-5245-47F2-AF83-1026861B44D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6" creationId="{37B4239D-A162-4803-AD2B-F4898405C6A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7" creationId="{948A2009-5122-40C9-BB99-C86B7304F4D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8" creationId="{DB7C2D6B-8508-46E5-BE33-07687506A7E2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9" creationId="{E8A9F695-5C9B-4E4B-A835-C68FA5CD681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0" creationId="{0C0395B5-511A-4EEE-A64B-11D81A531D94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1" creationId="{521E9F07-550B-4134-86F5-09FF55C68B08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2" creationId="{0C769C73-2976-4C0D-B378-1B0F07ABAFAE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3" creationId="{B6DA6DC8-B001-4894-8E3F-1C23A38B2A92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4" creationId="{5490C11B-BC66-4714-8642-EEE4682A308D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5" creationId="{66961A46-5C0A-4C8C-A373-7B90C0667DA0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6" creationId="{E35AF672-F6CE-41D1-B8CB-212DBBD11D3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7" creationId="{F8779C32-A325-46F0-993D-07EBB4B52FF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8" creationId="{CBE70599-DB0B-41EF-9756-A07F61A7D62F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9" creationId="{4E19B75D-6517-4B87-A9BC-35810474FAFC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60" creationId="{0ADAE7FA-0A81-4E20-ACEB-A61CE6596F81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61" creationId="{899074A1-2F43-4FDC-A128-1280E67B111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62" creationId="{C7B8154F-589B-4DDF-A24D-FC291779A59F}"/>
          </ac:spMkLst>
        </pc:spChg>
        <pc:spChg chg="add del mod">
          <ac:chgData name="刘 用龙" userId="57dddb669ed2e383" providerId="LiveId" clId="{FC730A96-777A-437B-A5EA-4DA786A0D693}" dt="2022-03-11T06:59:15.842" v="3709"/>
          <ac:spMkLst>
            <pc:docMk/>
            <pc:sldMk cId="1602594959" sldId="271"/>
            <ac:spMk id="64" creationId="{E3A29B57-7C9F-42D3-9ED5-03290DA082D4}"/>
          </ac:spMkLst>
        </pc:spChg>
        <pc:grpChg chg="add mod">
          <ac:chgData name="刘 用龙" userId="57dddb669ed2e383" providerId="LiveId" clId="{FC730A96-777A-437B-A5EA-4DA786A0D693}" dt="2022-03-11T06:59:16.007" v="3710" actId="12788"/>
          <ac:grpSpMkLst>
            <pc:docMk/>
            <pc:sldMk cId="1602594959" sldId="271"/>
            <ac:grpSpMk id="63" creationId="{1A45B92F-2561-4ED3-9C8E-52C575CB3199}"/>
          </ac:grpSpMkLst>
        </pc:grpChg>
        <pc:picChg chg="add del mod ord">
          <ac:chgData name="刘 用龙" userId="57dddb669ed2e383" providerId="LiveId" clId="{FC730A96-777A-437B-A5EA-4DA786A0D693}" dt="2022-03-11T06:59:15.842" v="3709"/>
          <ac:picMkLst>
            <pc:docMk/>
            <pc:sldMk cId="1602594959" sldId="271"/>
            <ac:picMk id="66" creationId="{C0DF1791-CE8E-400D-9409-C096303CDE49}"/>
          </ac:picMkLst>
        </pc:picChg>
      </pc:sldChg>
      <pc:sldChg chg="addSp delSp modSp new del mod">
        <pc:chgData name="刘 用龙" userId="57dddb669ed2e383" providerId="LiveId" clId="{FC730A96-777A-437B-A5EA-4DA786A0D693}" dt="2022-03-11T07:00:51.836" v="4782" actId="47"/>
        <pc:sldMkLst>
          <pc:docMk/>
          <pc:sldMk cId="1355189734" sldId="272"/>
        </pc:sldMkLst>
        <pc:spChg chg="del">
          <ac:chgData name="刘 用龙" userId="57dddb669ed2e383" providerId="LiveId" clId="{FC730A96-777A-437B-A5EA-4DA786A0D693}" dt="2022-03-11T07:00:11.936" v="4412" actId="478"/>
          <ac:spMkLst>
            <pc:docMk/>
            <pc:sldMk cId="1355189734" sldId="272"/>
            <ac:spMk id="2" creationId="{177D8645-8A8C-414C-861F-4C0CD3EECAD4}"/>
          </ac:spMkLst>
        </pc:spChg>
        <pc:spChg chg="del">
          <ac:chgData name="刘 用龙" userId="57dddb669ed2e383" providerId="LiveId" clId="{FC730A96-777A-437B-A5EA-4DA786A0D693}" dt="2022-03-11T07:00:13.436" v="4413" actId="478"/>
          <ac:spMkLst>
            <pc:docMk/>
            <pc:sldMk cId="1355189734" sldId="272"/>
            <ac:spMk id="3" creationId="{20445EF1-068B-47E2-94D4-3B6E38CB3279}"/>
          </ac:spMkLst>
        </pc:spChg>
        <pc:spChg chg="add mod">
          <ac:chgData name="刘 用龙" userId="57dddb669ed2e383" providerId="LiveId" clId="{FC730A96-777A-437B-A5EA-4DA786A0D693}" dt="2022-03-11T07:00:36.768" v="4575" actId="20577"/>
          <ac:spMkLst>
            <pc:docMk/>
            <pc:sldMk cId="1355189734" sldId="272"/>
            <ac:spMk id="4" creationId="{ABA80615-7440-4CEF-AF48-00B44A02306D}"/>
          </ac:spMkLst>
        </pc:spChg>
      </pc:sldChg>
      <pc:sldChg chg="addSp delSp modSp add del mod">
        <pc:chgData name="刘 用龙" userId="57dddb669ed2e383" providerId="LiveId" clId="{FC730A96-777A-437B-A5EA-4DA786A0D693}" dt="2022-03-11T07:00:50.182" v="4781" actId="47"/>
        <pc:sldMkLst>
          <pc:docMk/>
          <pc:sldMk cId="406383657" sldId="273"/>
        </pc:sldMkLst>
        <pc:spChg chg="add del mod">
          <ac:chgData name="刘 用龙" userId="57dddb669ed2e383" providerId="LiveId" clId="{FC730A96-777A-437B-A5EA-4DA786A0D693}" dt="2022-03-11T07:00:17.915" v="4433"/>
          <ac:spMkLst>
            <pc:docMk/>
            <pc:sldMk cId="406383657" sldId="273"/>
            <ac:spMk id="2" creationId="{1B19F34C-F407-49EC-A6EB-DEC4E0D1CDCF}"/>
          </ac:spMkLst>
        </pc:spChg>
        <pc:spChg chg="add del mod">
          <ac:chgData name="刘 用龙" userId="57dddb669ed2e383" providerId="LiveId" clId="{FC730A96-777A-437B-A5EA-4DA786A0D693}" dt="2022-03-11T07:00:17.941" v="4452"/>
          <ac:spMkLst>
            <pc:docMk/>
            <pc:sldMk cId="406383657" sldId="273"/>
            <ac:spMk id="4" creationId="{5864605B-53AD-4DA6-8598-52E01271BBFD}"/>
          </ac:spMkLst>
        </pc:spChg>
        <pc:spChg chg="add del mod">
          <ac:chgData name="刘 用龙" userId="57dddb669ed2e383" providerId="LiveId" clId="{FC730A96-777A-437B-A5EA-4DA786A0D693}" dt="2022-03-11T07:00:17.964" v="4471"/>
          <ac:spMkLst>
            <pc:docMk/>
            <pc:sldMk cId="406383657" sldId="273"/>
            <ac:spMk id="6" creationId="{40C1898B-C3B1-4065-BB67-D867DDF895FB}"/>
          </ac:spMkLst>
        </pc:spChg>
        <pc:spChg chg="add mod">
          <ac:chgData name="刘 用龙" userId="57dddb669ed2e383" providerId="LiveId" clId="{FC730A96-777A-437B-A5EA-4DA786A0D693}" dt="2022-03-11T07:00:18.025" v="4521"/>
          <ac:spMkLst>
            <pc:docMk/>
            <pc:sldMk cId="406383657" sldId="273"/>
            <ac:spMk id="8" creationId="{F6EBA7E8-CAEF-4769-BBAD-8A1B75851D4D}"/>
          </ac:spMkLst>
        </pc:spChg>
        <pc:spChg chg="add del mod">
          <ac:chgData name="刘 用龙" userId="57dddb669ed2e383" providerId="LiveId" clId="{FC730A96-777A-437B-A5EA-4DA786A0D693}" dt="2022-03-11T07:00:17.999" v="4501"/>
          <ac:spMkLst>
            <pc:docMk/>
            <pc:sldMk cId="406383657" sldId="273"/>
            <ac:spMk id="9" creationId="{50313D25-3649-4C0A-96F6-4A8BDD205DCA}"/>
          </ac:spMkLst>
        </pc:spChg>
        <pc:spChg chg="add del mod">
          <ac:chgData name="刘 用龙" userId="57dddb669ed2e383" providerId="LiveId" clId="{FC730A96-777A-437B-A5EA-4DA786A0D693}" dt="2022-03-11T07:00:18.024" v="4520"/>
          <ac:spMkLst>
            <pc:docMk/>
            <pc:sldMk cId="406383657" sldId="273"/>
            <ac:spMk id="11" creationId="{1534FA67-55FA-4DBC-8382-16C331F4FF70}"/>
          </ac:spMkLst>
        </pc:spChg>
        <pc:spChg chg="add mod">
          <ac:chgData name="刘 用龙" userId="57dddb669ed2e383" providerId="LiveId" clId="{FC730A96-777A-437B-A5EA-4DA786A0D693}" dt="2022-03-11T07:00:18.067" v="4563"/>
          <ac:spMkLst>
            <pc:docMk/>
            <pc:sldMk cId="406383657" sldId="273"/>
            <ac:spMk id="14" creationId="{DF8E8AFB-549E-451F-AD1D-5D6BD64D6E1F}"/>
          </ac:spMkLst>
        </pc:spChg>
        <pc:grpChg chg="add mod">
          <ac:chgData name="刘 用龙" userId="57dddb669ed2e383" providerId="LiveId" clId="{FC730A96-777A-437B-A5EA-4DA786A0D693}" dt="2022-03-11T07:00:18.027" v="4523" actId="12788"/>
          <ac:grpSpMkLst>
            <pc:docMk/>
            <pc:sldMk cId="406383657" sldId="273"/>
            <ac:grpSpMk id="13" creationId="{37AC96B4-F068-46F5-8C1E-B89D61BD06FB}"/>
          </ac:grpSpMkLst>
        </pc:grp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3" creationId="{ADE278E9-7533-46EF-88FA-EA54D8065BF9}"/>
          </ac:picMkLst>
        </pc:pic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5" creationId="{ECC3CB25-23FE-49F2-9B77-37798CA8277F}"/>
          </ac:picMkLst>
        </pc:pic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7" creationId="{2190B13C-4CD4-40F4-89E5-D85D7E5ABEC7}"/>
          </ac:picMkLst>
        </pc:pic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10" creationId="{A4E6289C-BED6-44AB-BB4F-5084BA871AD1}"/>
          </ac:picMkLst>
        </pc:pic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12" creationId="{E8BCAE0D-8059-4586-BC46-309E32338C7E}"/>
          </ac:picMkLst>
        </pc:picChg>
      </pc:sldChg>
      <pc:sldChg chg="addSp delSp modSp add mod">
        <pc:chgData name="刘 用龙" userId="57dddb669ed2e383" providerId="LiveId" clId="{FC730A96-777A-437B-A5EA-4DA786A0D693}" dt="2022-03-11T07:06:34.192" v="4889" actId="20577"/>
        <pc:sldMkLst>
          <pc:docMk/>
          <pc:sldMk cId="51262297" sldId="274"/>
        </pc:sldMkLst>
        <pc:spChg chg="add del mod">
          <ac:chgData name="刘 用龙" userId="57dddb669ed2e383" providerId="LiveId" clId="{FC730A96-777A-437B-A5EA-4DA786A0D693}" dt="2022-03-11T07:00:47.249" v="4595"/>
          <ac:spMkLst>
            <pc:docMk/>
            <pc:sldMk cId="51262297" sldId="274"/>
            <ac:spMk id="2" creationId="{9A60210F-6427-434C-B6E5-8901D0E041F4}"/>
          </ac:spMkLst>
        </pc:spChg>
        <pc:spChg chg="add del mod">
          <ac:chgData name="刘 用龙" userId="57dddb669ed2e383" providerId="LiveId" clId="{FC730A96-777A-437B-A5EA-4DA786A0D693}" dt="2022-03-11T07:00:47.272" v="4614"/>
          <ac:spMkLst>
            <pc:docMk/>
            <pc:sldMk cId="51262297" sldId="274"/>
            <ac:spMk id="4" creationId="{872F294D-B943-4F02-8064-A8A86F7F149C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6" creationId="{648981E5-8C04-472F-A6AA-1AA378EC3287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7" creationId="{EC8B8F3F-E040-4A10-8A82-28377864686F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8" creationId="{D4801BA0-0061-460A-B971-E3780256C05B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9" creationId="{66646E3C-094E-4E89-AB67-0E25A8A854AF}"/>
          </ac:spMkLst>
        </pc:spChg>
        <pc:spChg chg="add del mod">
          <ac:chgData name="刘 用龙" userId="57dddb669ed2e383" providerId="LiveId" clId="{FC730A96-777A-437B-A5EA-4DA786A0D693}" dt="2022-03-11T07:00:47.330" v="4677"/>
          <ac:spMkLst>
            <pc:docMk/>
            <pc:sldMk cId="51262297" sldId="274"/>
            <ac:spMk id="10" creationId="{9E0FC9FA-AF3E-4791-9B7B-0263A3C9CE5E}"/>
          </ac:spMkLst>
        </pc:spChg>
        <pc:spChg chg="add del mod">
          <ac:chgData name="刘 用龙" userId="57dddb669ed2e383" providerId="LiveId" clId="{FC730A96-777A-437B-A5EA-4DA786A0D693}" dt="2022-03-11T07:00:47.353" v="4696"/>
          <ac:spMkLst>
            <pc:docMk/>
            <pc:sldMk cId="51262297" sldId="274"/>
            <ac:spMk id="12" creationId="{C32C12A2-8730-4DBC-A9FC-CFE61E40D3FC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14" creationId="{CAED3CC1-4A06-4875-9A10-3A38A1011BD4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15" creationId="{52733F05-BEE1-42C5-9276-0B4235F652F1}"/>
          </ac:spMkLst>
        </pc:spChg>
        <pc:spChg chg="add del mod">
          <ac:chgData name="刘 用龙" userId="57dddb669ed2e383" providerId="LiveId" clId="{FC730A96-777A-437B-A5EA-4DA786A0D693}" dt="2022-03-11T07:00:47.393" v="4737"/>
          <ac:spMkLst>
            <pc:docMk/>
            <pc:sldMk cId="51262297" sldId="274"/>
            <ac:spMk id="16" creationId="{63FB2608-BBB9-4567-9DDD-A3596A8D08D2}"/>
          </ac:spMkLst>
        </pc:spChg>
        <pc:spChg chg="add mod">
          <ac:chgData name="刘 用龙" userId="57dddb669ed2e383" providerId="LiveId" clId="{FC730A96-777A-437B-A5EA-4DA786A0D693}" dt="2022-03-11T07:06:34.192" v="4889" actId="20577"/>
          <ac:spMkLst>
            <pc:docMk/>
            <pc:sldMk cId="51262297" sldId="274"/>
            <ac:spMk id="19" creationId="{573EF690-9664-4EFF-9152-4AD60448B081}"/>
          </ac:spMkLst>
        </pc:spChg>
        <pc:grpChg chg="add mod">
          <ac:chgData name="刘 用龙" userId="57dddb669ed2e383" providerId="LiveId" clId="{FC730A96-777A-437B-A5EA-4DA786A0D693}" dt="2022-03-11T07:01:14.639" v="4785" actId="1076"/>
          <ac:grpSpMkLst>
            <pc:docMk/>
            <pc:sldMk cId="51262297" sldId="274"/>
            <ac:grpSpMk id="18" creationId="{BC49C045-CD01-47E4-92A5-4455616277FC}"/>
          </ac:grpSpMkLst>
        </pc:grp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3" creationId="{48F7B8E7-1644-409F-A20A-E2AF3018C9BD}"/>
          </ac:picMkLst>
        </pc:pic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5" creationId="{20C74020-3000-481B-BA8B-346EE93A281C}"/>
          </ac:picMkLst>
        </pc:pic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11" creationId="{254612C2-7543-4279-A610-181DAC78580A}"/>
          </ac:picMkLst>
        </pc:pic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13" creationId="{CCB2CB0B-D76A-48BC-91A7-52B89B7ACE3B}"/>
          </ac:picMkLst>
        </pc:pic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17" creationId="{1CAACCAA-AE69-4539-8860-395BD6FFA09A}"/>
          </ac:picMkLst>
        </pc:picChg>
      </pc:sldChg>
      <pc:sldChg chg="addSp delSp modSp new del mod">
        <pc:chgData name="刘 用龙" userId="57dddb669ed2e383" providerId="LiveId" clId="{FC730A96-777A-437B-A5EA-4DA786A0D693}" dt="2022-03-11T07:01:50.977" v="4792" actId="47"/>
        <pc:sldMkLst>
          <pc:docMk/>
          <pc:sldMk cId="3196937056" sldId="275"/>
        </pc:sldMkLst>
        <pc:picChg chg="add del mod">
          <ac:chgData name="刘 用龙" userId="57dddb669ed2e383" providerId="LiveId" clId="{FC730A96-777A-437B-A5EA-4DA786A0D693}" dt="2022-03-11T07:01:48.978" v="4791" actId="478"/>
          <ac:picMkLst>
            <pc:docMk/>
            <pc:sldMk cId="3196937056" sldId="275"/>
            <ac:picMk id="2" creationId="{8AF2428A-E22D-4E17-9CDB-F08546605059}"/>
          </ac:picMkLst>
        </pc:picChg>
      </pc:sldChg>
      <pc:sldChg chg="addSp delSp modSp new mod">
        <pc:chgData name="刘 用龙" userId="57dddb669ed2e383" providerId="LiveId" clId="{FC730A96-777A-437B-A5EA-4DA786A0D693}" dt="2022-03-11T07:40:22.119" v="5311"/>
        <pc:sldMkLst>
          <pc:docMk/>
          <pc:sldMk cId="3520873765" sldId="275"/>
        </pc:sldMkLst>
        <pc:spChg chg="add del mod">
          <ac:chgData name="刘 用龙" userId="57dddb669ed2e383" providerId="LiveId" clId="{FC730A96-777A-437B-A5EA-4DA786A0D693}" dt="2022-03-11T07:14:46.142" v="4930"/>
          <ac:spMkLst>
            <pc:docMk/>
            <pc:sldMk cId="3520873765" sldId="275"/>
            <ac:spMk id="4" creationId="{8C0EA85C-2C41-4952-8A51-0ADCB946A4D2}"/>
          </ac:spMkLst>
        </pc:spChg>
        <pc:spChg chg="add del mod">
          <ac:chgData name="刘 用龙" userId="57dddb669ed2e383" providerId="LiveId" clId="{FC730A96-777A-437B-A5EA-4DA786A0D693}" dt="2022-03-11T07:14:37.528" v="4925"/>
          <ac:spMkLst>
            <pc:docMk/>
            <pc:sldMk cId="3520873765" sldId="275"/>
            <ac:spMk id="5" creationId="{7C993495-EBA3-425B-BE17-593D7C47713E}"/>
          </ac:spMkLst>
        </pc:spChg>
        <pc:graphicFrameChg chg="add mod modGraphic">
          <ac:chgData name="刘 用龙" userId="57dddb669ed2e383" providerId="LiveId" clId="{FC730A96-777A-437B-A5EA-4DA786A0D693}" dt="2022-03-11T07:40:22.119" v="5311"/>
          <ac:graphicFrameMkLst>
            <pc:docMk/>
            <pc:sldMk cId="3520873765" sldId="275"/>
            <ac:graphicFrameMk id="3" creationId="{56A43458-8BA6-4405-97C4-9842485BEEF9}"/>
          </ac:graphicFrameMkLst>
        </pc:graphicFrameChg>
        <pc:picChg chg="add del mod">
          <ac:chgData name="刘 用龙" userId="57dddb669ed2e383" providerId="LiveId" clId="{FC730A96-777A-437B-A5EA-4DA786A0D693}" dt="2022-03-11T07:17:09.537" v="4968" actId="478"/>
          <ac:picMkLst>
            <pc:docMk/>
            <pc:sldMk cId="3520873765" sldId="275"/>
            <ac:picMk id="2" creationId="{F665B708-23E1-4C6E-93C0-A16CEB1AE25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6D789B-88D0-4A08-8DCC-F3CD83F69E7D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F914E6F-49FA-4E17-984F-9E6BEE96A83C}">
      <dgm:prSet phldrT="[文本]" custT="1"/>
      <dgm:spPr/>
      <dgm:t>
        <a:bodyPr/>
        <a:lstStyle/>
        <a:p>
          <a:pPr algn="dist"/>
          <a:r>
            <a:rPr lang="zh-CN" altLang="en-US" sz="2400" b="1" dirty="0"/>
            <a:t>窗口控件</a:t>
          </a:r>
        </a:p>
      </dgm:t>
    </dgm:pt>
    <dgm:pt modelId="{4E2D7FFB-D465-4F05-814A-110581DCC2E2}" type="parTrans" cxnId="{1EBABDF1-94E9-4DCC-9496-4474B6469291}">
      <dgm:prSet/>
      <dgm:spPr/>
      <dgm:t>
        <a:bodyPr/>
        <a:lstStyle/>
        <a:p>
          <a:endParaRPr lang="zh-CN" altLang="en-US"/>
        </a:p>
      </dgm:t>
    </dgm:pt>
    <dgm:pt modelId="{9321EA28-AA95-4EAD-9418-A5F3507696FD}" type="sibTrans" cxnId="{1EBABDF1-94E9-4DCC-9496-4474B6469291}">
      <dgm:prSet/>
      <dgm:spPr/>
      <dgm:t>
        <a:bodyPr/>
        <a:lstStyle/>
        <a:p>
          <a:endParaRPr lang="zh-CN" altLang="en-US"/>
        </a:p>
      </dgm:t>
    </dgm:pt>
    <dgm:pt modelId="{27102C84-8986-4E9A-8B02-ACD905DB0C49}">
      <dgm:prSet phldrT="[文本]" custT="1"/>
      <dgm:spPr/>
      <dgm:t>
        <a:bodyPr/>
        <a:lstStyle/>
        <a:p>
          <a:r>
            <a:rPr lang="zh-CN" altLang="en-US" sz="2400" b="1" dirty="0">
              <a:solidFill>
                <a:srgbClr val="FF0000"/>
              </a:solidFill>
            </a:rPr>
            <a:t>按钮类</a:t>
          </a:r>
        </a:p>
      </dgm:t>
    </dgm:pt>
    <dgm:pt modelId="{1D2E4F8F-88E7-4A73-8E82-6EEE1BCB4E4D}" type="parTrans" cxnId="{CA66D0FA-FA38-4899-9762-084CA7975B72}">
      <dgm:prSet/>
      <dgm:spPr/>
      <dgm:t>
        <a:bodyPr/>
        <a:lstStyle/>
        <a:p>
          <a:endParaRPr lang="zh-CN" altLang="en-US"/>
        </a:p>
      </dgm:t>
    </dgm:pt>
    <dgm:pt modelId="{1F754C1D-AAEC-4747-974D-C2524D74AB31}" type="sibTrans" cxnId="{CA66D0FA-FA38-4899-9762-084CA7975B72}">
      <dgm:prSet/>
      <dgm:spPr/>
      <dgm:t>
        <a:bodyPr/>
        <a:lstStyle/>
        <a:p>
          <a:endParaRPr lang="zh-CN" altLang="en-US"/>
        </a:p>
      </dgm:t>
    </dgm:pt>
    <dgm:pt modelId="{721DA591-14BD-4FE1-A95D-F03DB7EE4A57}">
      <dgm:prSet phldrT="[文本]" custT="1"/>
      <dgm:spPr/>
      <dgm:t>
        <a:bodyPr/>
        <a:lstStyle/>
        <a:p>
          <a:r>
            <a:rPr lang="en-US" altLang="zh-CN" sz="2000" b="1" dirty="0" err="1">
              <a:solidFill>
                <a:srgbClr val="00B050"/>
              </a:solidFill>
            </a:rPr>
            <a:t>QPushBotton</a:t>
          </a:r>
          <a:endParaRPr lang="zh-CN" altLang="en-US" sz="2000" b="1" dirty="0">
            <a:solidFill>
              <a:srgbClr val="00B050"/>
            </a:solidFill>
          </a:endParaRPr>
        </a:p>
      </dgm:t>
    </dgm:pt>
    <dgm:pt modelId="{3E8A409D-9F9A-4D5B-8368-A1703AA1D6A2}" type="parTrans" cxnId="{A8830583-6EF1-4F1D-993B-629C12F9963C}">
      <dgm:prSet/>
      <dgm:spPr/>
      <dgm:t>
        <a:bodyPr/>
        <a:lstStyle/>
        <a:p>
          <a:endParaRPr lang="zh-CN" altLang="en-US"/>
        </a:p>
      </dgm:t>
    </dgm:pt>
    <dgm:pt modelId="{6174236E-6296-46E4-9A85-7F75CA61EBB2}" type="sibTrans" cxnId="{A8830583-6EF1-4F1D-993B-629C12F9963C}">
      <dgm:prSet/>
      <dgm:spPr/>
      <dgm:t>
        <a:bodyPr/>
        <a:lstStyle/>
        <a:p>
          <a:endParaRPr lang="zh-CN" altLang="en-US"/>
        </a:p>
      </dgm:t>
    </dgm:pt>
    <dgm:pt modelId="{0063C640-9F54-47DE-BA6F-9B7DD27890EE}">
      <dgm:prSet phldrT="[文本]" custT="1"/>
      <dgm:spPr/>
      <dgm:t>
        <a:bodyPr/>
        <a:lstStyle/>
        <a:p>
          <a:r>
            <a:rPr lang="en-US" altLang="zh-CN" sz="2000" b="1" dirty="0" err="1">
              <a:solidFill>
                <a:srgbClr val="00B050"/>
              </a:solidFill>
            </a:rPr>
            <a:t>QRadioBotton</a:t>
          </a:r>
          <a:endParaRPr lang="zh-CN" altLang="en-US" sz="2000" b="1" dirty="0">
            <a:solidFill>
              <a:srgbClr val="00B050"/>
            </a:solidFill>
          </a:endParaRPr>
        </a:p>
      </dgm:t>
    </dgm:pt>
    <dgm:pt modelId="{CADE46E3-6AAC-46E5-A173-46484FB17F84}" type="parTrans" cxnId="{80FAE1B5-590D-4385-9F71-97A3DC806BF8}">
      <dgm:prSet/>
      <dgm:spPr/>
      <dgm:t>
        <a:bodyPr/>
        <a:lstStyle/>
        <a:p>
          <a:endParaRPr lang="zh-CN" altLang="en-US"/>
        </a:p>
      </dgm:t>
    </dgm:pt>
    <dgm:pt modelId="{DE733343-F3F7-43E4-87C7-E71058CD809F}" type="sibTrans" cxnId="{80FAE1B5-590D-4385-9F71-97A3DC806BF8}">
      <dgm:prSet/>
      <dgm:spPr/>
      <dgm:t>
        <a:bodyPr/>
        <a:lstStyle/>
        <a:p>
          <a:endParaRPr lang="zh-CN" altLang="en-US"/>
        </a:p>
      </dgm:t>
    </dgm:pt>
    <dgm:pt modelId="{69DEADDA-6BE8-419F-84F0-D998416569D5}">
      <dgm:prSet phldrT="[文本]" custT="1"/>
      <dgm:spPr/>
      <dgm:t>
        <a:bodyPr/>
        <a:lstStyle/>
        <a:p>
          <a:r>
            <a:rPr lang="en-US" altLang="zh-CN" sz="2400" b="1" dirty="0" err="1">
              <a:solidFill>
                <a:srgbClr val="FF0000"/>
              </a:solidFill>
            </a:rPr>
            <a:t>QLineEdit</a:t>
          </a:r>
          <a:endParaRPr lang="zh-CN" altLang="en-US" sz="2400" b="1" dirty="0">
            <a:solidFill>
              <a:srgbClr val="FF0000"/>
            </a:solidFill>
          </a:endParaRPr>
        </a:p>
      </dgm:t>
    </dgm:pt>
    <dgm:pt modelId="{F2784BAD-361E-4294-93FC-ABEF31D7BD92}" type="sibTrans" cxnId="{FA04E957-FA5B-46E4-96EF-A00236C838DF}">
      <dgm:prSet/>
      <dgm:spPr/>
      <dgm:t>
        <a:bodyPr/>
        <a:lstStyle/>
        <a:p>
          <a:endParaRPr lang="zh-CN" altLang="en-US"/>
        </a:p>
      </dgm:t>
    </dgm:pt>
    <dgm:pt modelId="{C1638CC0-1BB5-4148-AA0C-54A9568F596F}" type="parTrans" cxnId="{FA04E957-FA5B-46E4-96EF-A00236C838DF}">
      <dgm:prSet/>
      <dgm:spPr/>
      <dgm:t>
        <a:bodyPr/>
        <a:lstStyle/>
        <a:p>
          <a:endParaRPr lang="zh-CN" altLang="en-US"/>
        </a:p>
      </dgm:t>
    </dgm:pt>
    <dgm:pt modelId="{D76A5921-2A5F-4FCC-8F22-374FE9BA21AA}">
      <dgm:prSet phldrT="[文本]" custT="1"/>
      <dgm:spPr/>
      <dgm:t>
        <a:bodyPr/>
        <a:lstStyle/>
        <a:p>
          <a:r>
            <a:rPr lang="en-US" altLang="zh-CN" sz="2400" b="1" dirty="0" err="1">
              <a:solidFill>
                <a:srgbClr val="FF0000"/>
              </a:solidFill>
            </a:rPr>
            <a:t>QComboBox</a:t>
          </a:r>
          <a:endParaRPr lang="zh-CN" altLang="en-US" sz="2400" b="1" dirty="0">
            <a:solidFill>
              <a:srgbClr val="FF0000"/>
            </a:solidFill>
          </a:endParaRPr>
        </a:p>
      </dgm:t>
    </dgm:pt>
    <dgm:pt modelId="{03FBE96E-ACAD-4CB6-9C21-38F664CF4FB1}" type="parTrans" cxnId="{5B01263E-F95C-4F3C-A3EA-76E50D4605BC}">
      <dgm:prSet/>
      <dgm:spPr/>
      <dgm:t>
        <a:bodyPr/>
        <a:lstStyle/>
        <a:p>
          <a:endParaRPr lang="zh-CN" altLang="en-US"/>
        </a:p>
      </dgm:t>
    </dgm:pt>
    <dgm:pt modelId="{2E7BBA5C-5262-441F-9A80-CD065D9B5A9A}" type="sibTrans" cxnId="{5B01263E-F95C-4F3C-A3EA-76E50D4605BC}">
      <dgm:prSet/>
      <dgm:spPr/>
      <dgm:t>
        <a:bodyPr/>
        <a:lstStyle/>
        <a:p>
          <a:endParaRPr lang="zh-CN" altLang="en-US"/>
        </a:p>
      </dgm:t>
    </dgm:pt>
    <dgm:pt modelId="{0DF04493-E34D-4085-BF51-AA9267896E8A}">
      <dgm:prSet phldrT="[文本]" custT="1"/>
      <dgm:spPr/>
      <dgm:t>
        <a:bodyPr/>
        <a:lstStyle/>
        <a:p>
          <a:r>
            <a:rPr lang="en-US" altLang="zh-CN" sz="2400" b="1" dirty="0" err="1">
              <a:solidFill>
                <a:srgbClr val="FF0000"/>
              </a:solidFill>
            </a:rPr>
            <a:t>QLabel</a:t>
          </a:r>
          <a:endParaRPr lang="zh-CN" altLang="en-US" sz="2400" b="1" dirty="0">
            <a:solidFill>
              <a:srgbClr val="FF0000"/>
            </a:solidFill>
          </a:endParaRPr>
        </a:p>
      </dgm:t>
    </dgm:pt>
    <dgm:pt modelId="{179242E6-E3D6-4021-8935-462A482B6CCA}" type="parTrans" cxnId="{3E8902D4-8D41-46ED-9FC9-D99998DBCADA}">
      <dgm:prSet/>
      <dgm:spPr/>
      <dgm:t>
        <a:bodyPr/>
        <a:lstStyle/>
        <a:p>
          <a:endParaRPr lang="zh-CN" altLang="en-US"/>
        </a:p>
      </dgm:t>
    </dgm:pt>
    <dgm:pt modelId="{8DCDB22B-4494-47E3-B1B2-97A87B4902BA}" type="sibTrans" cxnId="{3E8902D4-8D41-46ED-9FC9-D99998DBCADA}">
      <dgm:prSet/>
      <dgm:spPr/>
      <dgm:t>
        <a:bodyPr/>
        <a:lstStyle/>
        <a:p>
          <a:endParaRPr lang="zh-CN" altLang="en-US"/>
        </a:p>
      </dgm:t>
    </dgm:pt>
    <dgm:pt modelId="{742544C3-9232-4AA4-AB64-FA2A9AB9B80E}">
      <dgm:prSet phldrT="[文本]" custT="1"/>
      <dgm:spPr/>
      <dgm:t>
        <a:bodyPr/>
        <a:lstStyle/>
        <a:p>
          <a:r>
            <a:rPr lang="en-US" altLang="zh-CN" sz="2400" b="1" dirty="0" err="1">
              <a:solidFill>
                <a:srgbClr val="FF0000"/>
              </a:solidFill>
            </a:rPr>
            <a:t>QTextEdit</a:t>
          </a:r>
          <a:endParaRPr lang="zh-CN" altLang="en-US" sz="2400" b="1" dirty="0">
            <a:solidFill>
              <a:srgbClr val="FF0000"/>
            </a:solidFill>
          </a:endParaRPr>
        </a:p>
      </dgm:t>
    </dgm:pt>
    <dgm:pt modelId="{E03475EC-A39E-4D36-8E49-08115CE0F142}" type="parTrans" cxnId="{B58B054E-5255-4D38-A58E-A0C203321FC6}">
      <dgm:prSet/>
      <dgm:spPr/>
      <dgm:t>
        <a:bodyPr/>
        <a:lstStyle/>
        <a:p>
          <a:endParaRPr lang="zh-CN" altLang="en-US"/>
        </a:p>
      </dgm:t>
    </dgm:pt>
    <dgm:pt modelId="{6EA20C09-9345-4699-A841-353CC500597D}" type="sibTrans" cxnId="{B58B054E-5255-4D38-A58E-A0C203321FC6}">
      <dgm:prSet/>
      <dgm:spPr/>
      <dgm:t>
        <a:bodyPr/>
        <a:lstStyle/>
        <a:p>
          <a:endParaRPr lang="zh-CN" altLang="en-US"/>
        </a:p>
      </dgm:t>
    </dgm:pt>
    <dgm:pt modelId="{87BC0988-8896-4111-A489-D6BD5FB363E1}">
      <dgm:prSet phldrT="[文本]" custT="1"/>
      <dgm:spPr/>
      <dgm:t>
        <a:bodyPr/>
        <a:lstStyle/>
        <a:p>
          <a:r>
            <a:rPr lang="en-US" altLang="zh-CN" sz="2000" b="1" dirty="0" err="1">
              <a:solidFill>
                <a:srgbClr val="00B050"/>
              </a:solidFill>
            </a:rPr>
            <a:t>QCheckBox</a:t>
          </a:r>
          <a:endParaRPr lang="zh-CN" altLang="en-US" sz="2000" b="1" dirty="0">
            <a:solidFill>
              <a:srgbClr val="00B050"/>
            </a:solidFill>
          </a:endParaRPr>
        </a:p>
      </dgm:t>
    </dgm:pt>
    <dgm:pt modelId="{C5DE5327-90BD-449B-B8A9-11F18D15C27A}" type="parTrans" cxnId="{2D0C718D-93DE-44A1-BF82-FA8946341FB4}">
      <dgm:prSet/>
      <dgm:spPr/>
      <dgm:t>
        <a:bodyPr/>
        <a:lstStyle/>
        <a:p>
          <a:endParaRPr lang="zh-CN" altLang="en-US"/>
        </a:p>
      </dgm:t>
    </dgm:pt>
    <dgm:pt modelId="{EF1E7EA5-81A5-4EA5-9ECB-A19A62949A86}" type="sibTrans" cxnId="{2D0C718D-93DE-44A1-BF82-FA8946341FB4}">
      <dgm:prSet/>
      <dgm:spPr/>
      <dgm:t>
        <a:bodyPr/>
        <a:lstStyle/>
        <a:p>
          <a:endParaRPr lang="zh-CN" altLang="en-US"/>
        </a:p>
      </dgm:t>
    </dgm:pt>
    <dgm:pt modelId="{B12961D6-80B0-4F86-BD41-CAB5B2AD455A}" type="pres">
      <dgm:prSet presAssocID="{486D789B-88D0-4A08-8DCC-F3CD83F69E7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AA8CCEF-99CE-4BD5-98A5-966A70DC12D5}" type="pres">
      <dgm:prSet presAssocID="{9F914E6F-49FA-4E17-984F-9E6BEE96A83C}" presName="hierRoot1" presStyleCnt="0"/>
      <dgm:spPr/>
    </dgm:pt>
    <dgm:pt modelId="{DBEB36C5-FD70-4F9F-82C5-DD7E1A1FA85F}" type="pres">
      <dgm:prSet presAssocID="{9F914E6F-49FA-4E17-984F-9E6BEE96A83C}" presName="composite" presStyleCnt="0"/>
      <dgm:spPr/>
    </dgm:pt>
    <dgm:pt modelId="{1A444ED0-2F3B-4F0F-8946-347B2F1511E3}" type="pres">
      <dgm:prSet presAssocID="{9F914E6F-49FA-4E17-984F-9E6BEE96A83C}" presName="image" presStyleLbl="node0" presStyleIdx="0" presStyleCnt="1" custScaleX="194943" custScaleY="153197" custLinFactY="-100000" custLinFactNeighborX="-87220" custLinFactNeighborY="-12902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5C4DF2-4931-4EF6-B965-00333F49DF93}" type="pres">
      <dgm:prSet presAssocID="{9F914E6F-49FA-4E17-984F-9E6BEE96A83C}" presName="text" presStyleLbl="revTx" presStyleIdx="0" presStyleCnt="9" custScaleX="208509" custLinFactY="-100000" custLinFactNeighborX="29681" custLinFactNeighborY="-131478">
        <dgm:presLayoutVars>
          <dgm:chPref val="3"/>
        </dgm:presLayoutVars>
      </dgm:prSet>
      <dgm:spPr/>
    </dgm:pt>
    <dgm:pt modelId="{365862F0-A52E-4163-AF6C-A95CD1B0218A}" type="pres">
      <dgm:prSet presAssocID="{9F914E6F-49FA-4E17-984F-9E6BEE96A83C}" presName="hierChild2" presStyleCnt="0"/>
      <dgm:spPr/>
    </dgm:pt>
    <dgm:pt modelId="{753B90CB-8F87-4787-8677-B1117D54770B}" type="pres">
      <dgm:prSet presAssocID="{1D2E4F8F-88E7-4A73-8E82-6EEE1BCB4E4D}" presName="Name10" presStyleLbl="parChTrans1D2" presStyleIdx="0" presStyleCnt="5"/>
      <dgm:spPr/>
    </dgm:pt>
    <dgm:pt modelId="{43942837-DD8C-41F5-97E5-23066B995613}" type="pres">
      <dgm:prSet presAssocID="{27102C84-8986-4E9A-8B02-ACD905DB0C49}" presName="hierRoot2" presStyleCnt="0"/>
      <dgm:spPr/>
    </dgm:pt>
    <dgm:pt modelId="{79CA20B1-88AE-47B8-864E-7FE434D86293}" type="pres">
      <dgm:prSet presAssocID="{27102C84-8986-4E9A-8B02-ACD905DB0C49}" presName="composite2" presStyleCnt="0"/>
      <dgm:spPr/>
    </dgm:pt>
    <dgm:pt modelId="{5EF8B4B4-306F-4BE9-8E14-3BF93876873C}" type="pres">
      <dgm:prSet presAssocID="{27102C84-8986-4E9A-8B02-ACD905DB0C49}" presName="image2" presStyleLbl="node2" presStyleIdx="0" presStyleCnt="5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55CE88A1-B37B-4B57-BDF5-A03E48499629}" type="pres">
      <dgm:prSet presAssocID="{27102C84-8986-4E9A-8B02-ACD905DB0C49}" presName="text2" presStyleLbl="revTx" presStyleIdx="1" presStyleCnt="9" custScaleX="152839" custLinFactNeighborX="35542" custLinFactNeighborY="9988">
        <dgm:presLayoutVars>
          <dgm:chPref val="3"/>
        </dgm:presLayoutVars>
      </dgm:prSet>
      <dgm:spPr/>
    </dgm:pt>
    <dgm:pt modelId="{86FE1578-7FD3-4D45-B629-D7E9EF2109A9}" type="pres">
      <dgm:prSet presAssocID="{27102C84-8986-4E9A-8B02-ACD905DB0C49}" presName="hierChild3" presStyleCnt="0"/>
      <dgm:spPr/>
    </dgm:pt>
    <dgm:pt modelId="{B6DA3C3E-0AC6-4166-9631-288B9F58CED9}" type="pres">
      <dgm:prSet presAssocID="{3E8A409D-9F9A-4D5B-8368-A1703AA1D6A2}" presName="Name17" presStyleLbl="parChTrans1D3" presStyleIdx="0" presStyleCnt="3"/>
      <dgm:spPr/>
    </dgm:pt>
    <dgm:pt modelId="{96616204-D8FC-42C2-B455-CE621AFA1D82}" type="pres">
      <dgm:prSet presAssocID="{721DA591-14BD-4FE1-A95D-F03DB7EE4A57}" presName="hierRoot3" presStyleCnt="0"/>
      <dgm:spPr/>
    </dgm:pt>
    <dgm:pt modelId="{6341B279-D2BB-4082-968E-48318D1988ED}" type="pres">
      <dgm:prSet presAssocID="{721DA591-14BD-4FE1-A95D-F03DB7EE4A57}" presName="composite3" presStyleCnt="0"/>
      <dgm:spPr/>
    </dgm:pt>
    <dgm:pt modelId="{85821D3D-5167-4014-ADC7-752C8145349F}" type="pres">
      <dgm:prSet presAssocID="{721DA591-14BD-4FE1-A95D-F03DB7EE4A57}" presName="image3" presStyleLbl="node3" presStyleIdx="0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5BD0A67-9FC5-42E4-9494-612160DB7732}" type="pres">
      <dgm:prSet presAssocID="{721DA591-14BD-4FE1-A95D-F03DB7EE4A57}" presName="text3" presStyleLbl="revTx" presStyleIdx="2" presStyleCnt="9" custScaleX="219422" custLinFactY="25582" custLinFactNeighborX="-63389" custLinFactNeighborY="100000">
        <dgm:presLayoutVars>
          <dgm:chPref val="3"/>
        </dgm:presLayoutVars>
      </dgm:prSet>
      <dgm:spPr/>
    </dgm:pt>
    <dgm:pt modelId="{974A36A5-E0CB-43B5-83CA-AF9811FC8F9F}" type="pres">
      <dgm:prSet presAssocID="{721DA591-14BD-4FE1-A95D-F03DB7EE4A57}" presName="hierChild4" presStyleCnt="0"/>
      <dgm:spPr/>
    </dgm:pt>
    <dgm:pt modelId="{C2A88DD2-DB92-4CA6-9711-124C4B755C8F}" type="pres">
      <dgm:prSet presAssocID="{CADE46E3-6AAC-46E5-A173-46484FB17F84}" presName="Name17" presStyleLbl="parChTrans1D3" presStyleIdx="1" presStyleCnt="3"/>
      <dgm:spPr/>
    </dgm:pt>
    <dgm:pt modelId="{254EB5CF-AC7E-43B6-AC70-CA8326052C56}" type="pres">
      <dgm:prSet presAssocID="{0063C640-9F54-47DE-BA6F-9B7DD27890EE}" presName="hierRoot3" presStyleCnt="0"/>
      <dgm:spPr/>
    </dgm:pt>
    <dgm:pt modelId="{8155CD98-5ADA-449F-9995-287E4D079245}" type="pres">
      <dgm:prSet presAssocID="{0063C640-9F54-47DE-BA6F-9B7DD27890EE}" presName="composite3" presStyleCnt="0"/>
      <dgm:spPr/>
    </dgm:pt>
    <dgm:pt modelId="{A3D316AF-A806-450A-9867-5054F6340AFC}" type="pres">
      <dgm:prSet presAssocID="{0063C640-9F54-47DE-BA6F-9B7DD27890EE}" presName="image3" presStyleLbl="node3" presStyleIdx="1" presStyleCnt="3" custLinFactY="100000" custLinFactNeighborX="22575" custLinFactNeighborY="18351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38112825-39A5-4E16-98E0-A8FAAB13E60A}" type="pres">
      <dgm:prSet presAssocID="{0063C640-9F54-47DE-BA6F-9B7DD27890EE}" presName="text3" presStyleLbl="revTx" presStyleIdx="3" presStyleCnt="9" custScaleX="263025" custLinFactY="174547" custLinFactNeighborX="-71080" custLinFactNeighborY="200000">
        <dgm:presLayoutVars>
          <dgm:chPref val="3"/>
        </dgm:presLayoutVars>
      </dgm:prSet>
      <dgm:spPr/>
    </dgm:pt>
    <dgm:pt modelId="{BB310E0D-840E-4E2F-8C1E-87B5A9D9F634}" type="pres">
      <dgm:prSet presAssocID="{0063C640-9F54-47DE-BA6F-9B7DD27890EE}" presName="hierChild4" presStyleCnt="0"/>
      <dgm:spPr/>
    </dgm:pt>
    <dgm:pt modelId="{F26EB2F7-B4F5-4800-8C45-6F025598ED8A}" type="pres">
      <dgm:prSet presAssocID="{C5DE5327-90BD-449B-B8A9-11F18D15C27A}" presName="Name17" presStyleLbl="parChTrans1D3" presStyleIdx="2" presStyleCnt="3"/>
      <dgm:spPr/>
    </dgm:pt>
    <dgm:pt modelId="{9A6DBFCF-D562-44B1-9766-FE93F0E3F284}" type="pres">
      <dgm:prSet presAssocID="{87BC0988-8896-4111-A489-D6BD5FB363E1}" presName="hierRoot3" presStyleCnt="0"/>
      <dgm:spPr/>
    </dgm:pt>
    <dgm:pt modelId="{E50BF62D-D3A9-402C-B8B3-ADF39A6FB8A7}" type="pres">
      <dgm:prSet presAssocID="{87BC0988-8896-4111-A489-D6BD5FB363E1}" presName="composite3" presStyleCnt="0"/>
      <dgm:spPr/>
    </dgm:pt>
    <dgm:pt modelId="{6763F799-8E5C-4B93-85F0-C0CCA3D9B4F9}" type="pres">
      <dgm:prSet presAssocID="{87BC0988-8896-4111-A489-D6BD5FB363E1}" presName="image3" presStyleLbl="node3" presStyleIdx="2" presStyleCnt="3" custLinFactY="5848" custLinFactNeighborX="-14352" custLinFactNeighborY="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ADB121B-9B93-4723-8E67-D6B6D1CEADA3}" type="pres">
      <dgm:prSet presAssocID="{87BC0988-8896-4111-A489-D6BD5FB363E1}" presName="text3" presStyleLbl="revTx" presStyleIdx="4" presStyleCnt="9" custScaleX="202968" custLinFactY="100000" custLinFactNeighborX="-66977" custLinFactNeighborY="115284">
        <dgm:presLayoutVars>
          <dgm:chPref val="3"/>
        </dgm:presLayoutVars>
      </dgm:prSet>
      <dgm:spPr/>
    </dgm:pt>
    <dgm:pt modelId="{39293BCD-3123-4B41-A9DF-C927FA0D15C5}" type="pres">
      <dgm:prSet presAssocID="{87BC0988-8896-4111-A489-D6BD5FB363E1}" presName="hierChild4" presStyleCnt="0"/>
      <dgm:spPr/>
    </dgm:pt>
    <dgm:pt modelId="{0814C853-16AA-440B-BC9D-663C5FDBAFD7}" type="pres">
      <dgm:prSet presAssocID="{C1638CC0-1BB5-4148-AA0C-54A9568F596F}" presName="Name10" presStyleLbl="parChTrans1D2" presStyleIdx="1" presStyleCnt="5"/>
      <dgm:spPr/>
    </dgm:pt>
    <dgm:pt modelId="{5A3678AD-F4AF-4F61-98C5-089E913E4E6D}" type="pres">
      <dgm:prSet presAssocID="{69DEADDA-6BE8-419F-84F0-D998416569D5}" presName="hierRoot2" presStyleCnt="0"/>
      <dgm:spPr/>
    </dgm:pt>
    <dgm:pt modelId="{FEB80CD6-6542-415A-A129-35B94EDA17BF}" type="pres">
      <dgm:prSet presAssocID="{69DEADDA-6BE8-419F-84F0-D998416569D5}" presName="composite2" presStyleCnt="0"/>
      <dgm:spPr/>
    </dgm:pt>
    <dgm:pt modelId="{C0FD8464-940D-4432-949D-229041EA2894}" type="pres">
      <dgm:prSet presAssocID="{69DEADDA-6BE8-419F-84F0-D998416569D5}" presName="image2" presStyleLbl="node2" presStyleIdx="1" presStyleCnt="5" custLinFactX="300000" custLinFactNeighborX="349996" custLinFactNeighborY="-68074"/>
      <dgm:spPr>
        <a:blipFill>
          <a:blip xmlns:r="http://schemas.openxmlformats.org/officeDocument/2006/relationships" r:embed="rId6"/>
          <a:srcRect/>
          <a:stretch>
            <a:fillRect/>
          </a:stretch>
        </a:blipFill>
      </dgm:spPr>
    </dgm:pt>
    <dgm:pt modelId="{9AAAF0FA-0CE7-422F-9A59-AB17141F2155}" type="pres">
      <dgm:prSet presAssocID="{69DEADDA-6BE8-419F-84F0-D998416569D5}" presName="text2" presStyleLbl="revTx" presStyleIdx="5" presStyleCnt="9" custScaleX="200974" custLinFactX="200000" custLinFactNeighborX="288447" custLinFactNeighborY="-69541">
        <dgm:presLayoutVars>
          <dgm:chPref val="3"/>
        </dgm:presLayoutVars>
      </dgm:prSet>
      <dgm:spPr/>
    </dgm:pt>
    <dgm:pt modelId="{EFC32F99-3AE2-4EF3-BD4B-00ACC2A6AB87}" type="pres">
      <dgm:prSet presAssocID="{69DEADDA-6BE8-419F-84F0-D998416569D5}" presName="hierChild3" presStyleCnt="0"/>
      <dgm:spPr/>
    </dgm:pt>
    <dgm:pt modelId="{8BD465AE-94FE-40AD-B1F9-000E15EC05ED}" type="pres">
      <dgm:prSet presAssocID="{03FBE96E-ACAD-4CB6-9C21-38F664CF4FB1}" presName="Name10" presStyleLbl="parChTrans1D2" presStyleIdx="2" presStyleCnt="5"/>
      <dgm:spPr/>
    </dgm:pt>
    <dgm:pt modelId="{E5A1C97E-E734-45D8-96A6-1D2F2A852324}" type="pres">
      <dgm:prSet presAssocID="{D76A5921-2A5F-4FCC-8F22-374FE9BA21AA}" presName="hierRoot2" presStyleCnt="0"/>
      <dgm:spPr/>
    </dgm:pt>
    <dgm:pt modelId="{915136CD-3FF8-4F53-A094-9FDD364BAC26}" type="pres">
      <dgm:prSet presAssocID="{D76A5921-2A5F-4FCC-8F22-374FE9BA21AA}" presName="composite2" presStyleCnt="0"/>
      <dgm:spPr/>
    </dgm:pt>
    <dgm:pt modelId="{B443FC1A-3162-44B8-A6A1-C428F4B4FEEB}" type="pres">
      <dgm:prSet presAssocID="{D76A5921-2A5F-4FCC-8F22-374FE9BA21AA}" presName="image2" presStyleLbl="node2" presStyleIdx="2" presStyleCnt="5" custLinFactY="-91764" custLinFactNeighborX="23273" custLinFactNeighborY="-1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8FA61CC-1615-495E-A2FE-D6E97C9B9276}" type="pres">
      <dgm:prSet presAssocID="{D76A5921-2A5F-4FCC-8F22-374FE9BA21AA}" presName="text2" presStyleLbl="revTx" presStyleIdx="6" presStyleCnt="9" custScaleX="241551" custLinFactX="200000" custLinFactY="100000" custLinFactNeighborX="210003" custLinFactNeighborY="189784">
        <dgm:presLayoutVars>
          <dgm:chPref val="3"/>
        </dgm:presLayoutVars>
      </dgm:prSet>
      <dgm:spPr/>
    </dgm:pt>
    <dgm:pt modelId="{FEF7EFCB-856F-4A3D-8382-E23E41531C86}" type="pres">
      <dgm:prSet presAssocID="{D76A5921-2A5F-4FCC-8F22-374FE9BA21AA}" presName="hierChild3" presStyleCnt="0"/>
      <dgm:spPr/>
    </dgm:pt>
    <dgm:pt modelId="{C95DDE24-DF37-43E6-881A-BFB32977B56E}" type="pres">
      <dgm:prSet presAssocID="{179242E6-E3D6-4021-8935-462A482B6CCA}" presName="Name10" presStyleLbl="parChTrans1D2" presStyleIdx="3" presStyleCnt="5"/>
      <dgm:spPr/>
    </dgm:pt>
    <dgm:pt modelId="{EC3678BE-4D06-4F19-9C20-0AA149398542}" type="pres">
      <dgm:prSet presAssocID="{0DF04493-E34D-4085-BF51-AA9267896E8A}" presName="hierRoot2" presStyleCnt="0"/>
      <dgm:spPr/>
    </dgm:pt>
    <dgm:pt modelId="{B4502A77-5DC1-4384-ADAA-306C71399524}" type="pres">
      <dgm:prSet presAssocID="{0DF04493-E34D-4085-BF51-AA9267896E8A}" presName="composite2" presStyleCnt="0"/>
      <dgm:spPr/>
    </dgm:pt>
    <dgm:pt modelId="{23937A2C-08F8-4827-A92A-A4CB8B759C4E}" type="pres">
      <dgm:prSet presAssocID="{0DF04493-E34D-4085-BF51-AA9267896E8A}" presName="image2" presStyleLbl="node2" presStyleIdx="3" presStyleCnt="5" custLinFactX="147052" custLinFactY="86555" custLinFactNeighborX="200000" custLinFactNeighborY="100000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491ABCD-EE6B-4A84-B380-CA2220CFF283}" type="pres">
      <dgm:prSet presAssocID="{0DF04493-E34D-4085-BF51-AA9267896E8A}" presName="text2" presStyleLbl="revTx" presStyleIdx="7" presStyleCnt="9" custScaleX="146870" custLinFactX="-100000" custLinFactY="-98997" custLinFactNeighborX="-103634" custLinFactNeighborY="-100000">
        <dgm:presLayoutVars>
          <dgm:chPref val="3"/>
        </dgm:presLayoutVars>
      </dgm:prSet>
      <dgm:spPr/>
    </dgm:pt>
    <dgm:pt modelId="{4D80327B-4214-414B-AE01-BA4F92FB737D}" type="pres">
      <dgm:prSet presAssocID="{0DF04493-E34D-4085-BF51-AA9267896E8A}" presName="hierChild3" presStyleCnt="0"/>
      <dgm:spPr/>
    </dgm:pt>
    <dgm:pt modelId="{012047B6-206D-49CB-83FD-BCCE3C45019F}" type="pres">
      <dgm:prSet presAssocID="{E03475EC-A39E-4D36-8E49-08115CE0F142}" presName="Name10" presStyleLbl="parChTrans1D2" presStyleIdx="4" presStyleCnt="5"/>
      <dgm:spPr/>
    </dgm:pt>
    <dgm:pt modelId="{26C20A43-0A22-467C-9BDC-0C25778CE39D}" type="pres">
      <dgm:prSet presAssocID="{742544C3-9232-4AA4-AB64-FA2A9AB9B80E}" presName="hierRoot2" presStyleCnt="0"/>
      <dgm:spPr/>
    </dgm:pt>
    <dgm:pt modelId="{23CE25EA-5D5F-49EA-B3A2-EFB5A6685300}" type="pres">
      <dgm:prSet presAssocID="{742544C3-9232-4AA4-AB64-FA2A9AB9B80E}" presName="composite2" presStyleCnt="0"/>
      <dgm:spPr/>
    </dgm:pt>
    <dgm:pt modelId="{CC22BA6F-7FAD-4CC5-A26B-45434D3B4537}" type="pres">
      <dgm:prSet presAssocID="{742544C3-9232-4AA4-AB64-FA2A9AB9B80E}" presName="image2" presStyleLbl="node2" presStyleIdx="4" presStyleCnt="5" custLinFactX="-83288" custLinFactNeighborX="-100000" custLinFactNeighborY="60522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42E3AA2-AEAD-4E1D-A986-1DDC9E9213FF}" type="pres">
      <dgm:prSet presAssocID="{742544C3-9232-4AA4-AB64-FA2A9AB9B80E}" presName="text2" presStyleLbl="revTx" presStyleIdx="8" presStyleCnt="9" custScaleX="221599" custLinFactNeighborX="-55152" custLinFactNeighborY="60925">
        <dgm:presLayoutVars>
          <dgm:chPref val="3"/>
        </dgm:presLayoutVars>
      </dgm:prSet>
      <dgm:spPr/>
    </dgm:pt>
    <dgm:pt modelId="{2D1CF000-521F-4735-815C-972E26D46647}" type="pres">
      <dgm:prSet presAssocID="{742544C3-9232-4AA4-AB64-FA2A9AB9B80E}" presName="hierChild3" presStyleCnt="0"/>
      <dgm:spPr/>
    </dgm:pt>
  </dgm:ptLst>
  <dgm:cxnLst>
    <dgm:cxn modelId="{CE7D3310-B9BE-4D6A-90ED-7C1460F16BF3}" type="presOf" srcId="{486D789B-88D0-4A08-8DCC-F3CD83F69E7D}" destId="{B12961D6-80B0-4F86-BD41-CAB5B2AD455A}" srcOrd="0" destOrd="0" presId="urn:microsoft.com/office/officeart/2009/layout/CirclePictureHierarchy"/>
    <dgm:cxn modelId="{C3F9C913-C500-405A-99BD-793F82C42061}" type="presOf" srcId="{721DA591-14BD-4FE1-A95D-F03DB7EE4A57}" destId="{65BD0A67-9FC5-42E4-9494-612160DB7732}" srcOrd="0" destOrd="0" presId="urn:microsoft.com/office/officeart/2009/layout/CirclePictureHierarchy"/>
    <dgm:cxn modelId="{4C170820-FFF3-497A-B5B6-BAB72D2E458F}" type="presOf" srcId="{C5DE5327-90BD-449B-B8A9-11F18D15C27A}" destId="{F26EB2F7-B4F5-4800-8C45-6F025598ED8A}" srcOrd="0" destOrd="0" presId="urn:microsoft.com/office/officeart/2009/layout/CirclePictureHierarchy"/>
    <dgm:cxn modelId="{F11F3920-9C0C-4A16-B131-311B4B496753}" type="presOf" srcId="{27102C84-8986-4E9A-8B02-ACD905DB0C49}" destId="{55CE88A1-B37B-4B57-BDF5-A03E48499629}" srcOrd="0" destOrd="0" presId="urn:microsoft.com/office/officeart/2009/layout/CirclePictureHierarchy"/>
    <dgm:cxn modelId="{5B01263E-F95C-4F3C-A3EA-76E50D4605BC}" srcId="{9F914E6F-49FA-4E17-984F-9E6BEE96A83C}" destId="{D76A5921-2A5F-4FCC-8F22-374FE9BA21AA}" srcOrd="2" destOrd="0" parTransId="{03FBE96E-ACAD-4CB6-9C21-38F664CF4FB1}" sibTransId="{2E7BBA5C-5262-441F-9A80-CD065D9B5A9A}"/>
    <dgm:cxn modelId="{C9361D43-1ED3-4425-9E2C-12F6B4E4D43A}" type="presOf" srcId="{C1638CC0-1BB5-4148-AA0C-54A9568F596F}" destId="{0814C853-16AA-440B-BC9D-663C5FDBAFD7}" srcOrd="0" destOrd="0" presId="urn:microsoft.com/office/officeart/2009/layout/CirclePictureHierarchy"/>
    <dgm:cxn modelId="{EF6FE169-70BA-4E15-AA04-3E552162E716}" type="presOf" srcId="{E03475EC-A39E-4D36-8E49-08115CE0F142}" destId="{012047B6-206D-49CB-83FD-BCCE3C45019F}" srcOrd="0" destOrd="0" presId="urn:microsoft.com/office/officeart/2009/layout/CirclePictureHierarchy"/>
    <dgm:cxn modelId="{B58B054E-5255-4D38-A58E-A0C203321FC6}" srcId="{9F914E6F-49FA-4E17-984F-9E6BEE96A83C}" destId="{742544C3-9232-4AA4-AB64-FA2A9AB9B80E}" srcOrd="4" destOrd="0" parTransId="{E03475EC-A39E-4D36-8E49-08115CE0F142}" sibTransId="{6EA20C09-9345-4699-A841-353CC500597D}"/>
    <dgm:cxn modelId="{F30F7776-16BA-4649-A003-740D0785A3B5}" type="presOf" srcId="{0063C640-9F54-47DE-BA6F-9B7DD27890EE}" destId="{38112825-39A5-4E16-98E0-A8FAAB13E60A}" srcOrd="0" destOrd="0" presId="urn:microsoft.com/office/officeart/2009/layout/CirclePictureHierarchy"/>
    <dgm:cxn modelId="{FA04E957-FA5B-46E4-96EF-A00236C838DF}" srcId="{9F914E6F-49FA-4E17-984F-9E6BEE96A83C}" destId="{69DEADDA-6BE8-419F-84F0-D998416569D5}" srcOrd="1" destOrd="0" parTransId="{C1638CC0-1BB5-4148-AA0C-54A9568F596F}" sibTransId="{F2784BAD-361E-4294-93FC-ABEF31D7BD92}"/>
    <dgm:cxn modelId="{BC06B278-E12E-42EB-A7D7-602DC091AD50}" type="presOf" srcId="{69DEADDA-6BE8-419F-84F0-D998416569D5}" destId="{9AAAF0FA-0CE7-422F-9A59-AB17141F2155}" srcOrd="0" destOrd="0" presId="urn:microsoft.com/office/officeart/2009/layout/CirclePictureHierarchy"/>
    <dgm:cxn modelId="{23AD6F59-F343-4EA1-9880-A041948A5667}" type="presOf" srcId="{1D2E4F8F-88E7-4A73-8E82-6EEE1BCB4E4D}" destId="{753B90CB-8F87-4787-8677-B1117D54770B}" srcOrd="0" destOrd="0" presId="urn:microsoft.com/office/officeart/2009/layout/CirclePictureHierarchy"/>
    <dgm:cxn modelId="{8795077C-8F53-4D76-BE25-1F4475C6795B}" type="presOf" srcId="{D76A5921-2A5F-4FCC-8F22-374FE9BA21AA}" destId="{68FA61CC-1615-495E-A2FE-D6E97C9B9276}" srcOrd="0" destOrd="0" presId="urn:microsoft.com/office/officeart/2009/layout/CirclePictureHierarchy"/>
    <dgm:cxn modelId="{CA7EC87D-1136-4289-A1D7-3377EFC6569A}" type="presOf" srcId="{CADE46E3-6AAC-46E5-A173-46484FB17F84}" destId="{C2A88DD2-DB92-4CA6-9711-124C4B755C8F}" srcOrd="0" destOrd="0" presId="urn:microsoft.com/office/officeart/2009/layout/CirclePictureHierarchy"/>
    <dgm:cxn modelId="{6C48DF81-6860-4E7A-BE92-6665992DF779}" type="presOf" srcId="{179242E6-E3D6-4021-8935-462A482B6CCA}" destId="{C95DDE24-DF37-43E6-881A-BFB32977B56E}" srcOrd="0" destOrd="0" presId="urn:microsoft.com/office/officeart/2009/layout/CirclePictureHierarchy"/>
    <dgm:cxn modelId="{A8830583-6EF1-4F1D-993B-629C12F9963C}" srcId="{27102C84-8986-4E9A-8B02-ACD905DB0C49}" destId="{721DA591-14BD-4FE1-A95D-F03DB7EE4A57}" srcOrd="0" destOrd="0" parTransId="{3E8A409D-9F9A-4D5B-8368-A1703AA1D6A2}" sibTransId="{6174236E-6296-46E4-9A85-7F75CA61EBB2}"/>
    <dgm:cxn modelId="{41909689-84B9-4692-A460-1FEEE2F60F76}" type="presOf" srcId="{742544C3-9232-4AA4-AB64-FA2A9AB9B80E}" destId="{642E3AA2-AEAD-4E1D-A986-1DDC9E9213FF}" srcOrd="0" destOrd="0" presId="urn:microsoft.com/office/officeart/2009/layout/CirclePictureHierarchy"/>
    <dgm:cxn modelId="{2D0C718D-93DE-44A1-BF82-FA8946341FB4}" srcId="{27102C84-8986-4E9A-8B02-ACD905DB0C49}" destId="{87BC0988-8896-4111-A489-D6BD5FB363E1}" srcOrd="2" destOrd="0" parTransId="{C5DE5327-90BD-449B-B8A9-11F18D15C27A}" sibTransId="{EF1E7EA5-81A5-4EA5-9ECB-A19A62949A86}"/>
    <dgm:cxn modelId="{80FAE1B5-590D-4385-9F71-97A3DC806BF8}" srcId="{27102C84-8986-4E9A-8B02-ACD905DB0C49}" destId="{0063C640-9F54-47DE-BA6F-9B7DD27890EE}" srcOrd="1" destOrd="0" parTransId="{CADE46E3-6AAC-46E5-A173-46484FB17F84}" sibTransId="{DE733343-F3F7-43E4-87C7-E71058CD809F}"/>
    <dgm:cxn modelId="{15FDA8BC-6970-46B7-8576-6A293D111203}" type="presOf" srcId="{3E8A409D-9F9A-4D5B-8368-A1703AA1D6A2}" destId="{B6DA3C3E-0AC6-4166-9631-288B9F58CED9}" srcOrd="0" destOrd="0" presId="urn:microsoft.com/office/officeart/2009/layout/CirclePictureHierarchy"/>
    <dgm:cxn modelId="{06DDB8BF-DD90-42FF-9AEB-5D00E5B779C1}" type="presOf" srcId="{03FBE96E-ACAD-4CB6-9C21-38F664CF4FB1}" destId="{8BD465AE-94FE-40AD-B1F9-000E15EC05ED}" srcOrd="0" destOrd="0" presId="urn:microsoft.com/office/officeart/2009/layout/CirclePictureHierarchy"/>
    <dgm:cxn modelId="{2A0FFCCC-9161-47B5-9976-BB70BB59704F}" type="presOf" srcId="{87BC0988-8896-4111-A489-D6BD5FB363E1}" destId="{8ADB121B-9B93-4723-8E67-D6B6D1CEADA3}" srcOrd="0" destOrd="0" presId="urn:microsoft.com/office/officeart/2009/layout/CirclePictureHierarchy"/>
    <dgm:cxn modelId="{3E8902D4-8D41-46ED-9FC9-D99998DBCADA}" srcId="{9F914E6F-49FA-4E17-984F-9E6BEE96A83C}" destId="{0DF04493-E34D-4085-BF51-AA9267896E8A}" srcOrd="3" destOrd="0" parTransId="{179242E6-E3D6-4021-8935-462A482B6CCA}" sibTransId="{8DCDB22B-4494-47E3-B1B2-97A87B4902BA}"/>
    <dgm:cxn modelId="{1EBABDF1-94E9-4DCC-9496-4474B6469291}" srcId="{486D789B-88D0-4A08-8DCC-F3CD83F69E7D}" destId="{9F914E6F-49FA-4E17-984F-9E6BEE96A83C}" srcOrd="0" destOrd="0" parTransId="{4E2D7FFB-D465-4F05-814A-110581DCC2E2}" sibTransId="{9321EA28-AA95-4EAD-9418-A5F3507696FD}"/>
    <dgm:cxn modelId="{C14515F7-BD96-4DCA-84C6-D740E991F791}" type="presOf" srcId="{0DF04493-E34D-4085-BF51-AA9267896E8A}" destId="{6491ABCD-EE6B-4A84-B380-CA2220CFF283}" srcOrd="0" destOrd="0" presId="urn:microsoft.com/office/officeart/2009/layout/CirclePictureHierarchy"/>
    <dgm:cxn modelId="{863E21F7-D214-445A-8B94-EFC3E1F43B34}" type="presOf" srcId="{9F914E6F-49FA-4E17-984F-9E6BEE96A83C}" destId="{3F5C4DF2-4931-4EF6-B965-00333F49DF93}" srcOrd="0" destOrd="0" presId="urn:microsoft.com/office/officeart/2009/layout/CirclePictureHierarchy"/>
    <dgm:cxn modelId="{CA66D0FA-FA38-4899-9762-084CA7975B72}" srcId="{9F914E6F-49FA-4E17-984F-9E6BEE96A83C}" destId="{27102C84-8986-4E9A-8B02-ACD905DB0C49}" srcOrd="0" destOrd="0" parTransId="{1D2E4F8F-88E7-4A73-8E82-6EEE1BCB4E4D}" sibTransId="{1F754C1D-AAEC-4747-974D-C2524D74AB31}"/>
    <dgm:cxn modelId="{EC64C2E5-A15E-4486-AC21-5326A066FACE}" type="presParOf" srcId="{B12961D6-80B0-4F86-BD41-CAB5B2AD455A}" destId="{8AA8CCEF-99CE-4BD5-98A5-966A70DC12D5}" srcOrd="0" destOrd="0" presId="urn:microsoft.com/office/officeart/2009/layout/CirclePictureHierarchy"/>
    <dgm:cxn modelId="{40A0890D-987E-497B-BFE9-DBC59FCE859B}" type="presParOf" srcId="{8AA8CCEF-99CE-4BD5-98A5-966A70DC12D5}" destId="{DBEB36C5-FD70-4F9F-82C5-DD7E1A1FA85F}" srcOrd="0" destOrd="0" presId="urn:microsoft.com/office/officeart/2009/layout/CirclePictureHierarchy"/>
    <dgm:cxn modelId="{A314C31E-6A24-4233-A434-681AEB557EF5}" type="presParOf" srcId="{DBEB36C5-FD70-4F9F-82C5-DD7E1A1FA85F}" destId="{1A444ED0-2F3B-4F0F-8946-347B2F1511E3}" srcOrd="0" destOrd="0" presId="urn:microsoft.com/office/officeart/2009/layout/CirclePictureHierarchy"/>
    <dgm:cxn modelId="{55E7A7E7-B7AE-4B31-87C5-635981E3ED18}" type="presParOf" srcId="{DBEB36C5-FD70-4F9F-82C5-DD7E1A1FA85F}" destId="{3F5C4DF2-4931-4EF6-B965-00333F49DF93}" srcOrd="1" destOrd="0" presId="urn:microsoft.com/office/officeart/2009/layout/CirclePictureHierarchy"/>
    <dgm:cxn modelId="{A0B1C6B6-A0C3-48FB-BA09-0C295C1C0465}" type="presParOf" srcId="{8AA8CCEF-99CE-4BD5-98A5-966A70DC12D5}" destId="{365862F0-A52E-4163-AF6C-A95CD1B0218A}" srcOrd="1" destOrd="0" presId="urn:microsoft.com/office/officeart/2009/layout/CirclePictureHierarchy"/>
    <dgm:cxn modelId="{A45B906E-B400-4ABE-B225-04363923B25E}" type="presParOf" srcId="{365862F0-A52E-4163-AF6C-A95CD1B0218A}" destId="{753B90CB-8F87-4787-8677-B1117D54770B}" srcOrd="0" destOrd="0" presId="urn:microsoft.com/office/officeart/2009/layout/CirclePictureHierarchy"/>
    <dgm:cxn modelId="{FFF98C1C-FC3D-43A3-8DDC-55CD81B8C8AA}" type="presParOf" srcId="{365862F0-A52E-4163-AF6C-A95CD1B0218A}" destId="{43942837-DD8C-41F5-97E5-23066B995613}" srcOrd="1" destOrd="0" presId="urn:microsoft.com/office/officeart/2009/layout/CirclePictureHierarchy"/>
    <dgm:cxn modelId="{32659472-CA70-4860-B94D-CE0D35E5F058}" type="presParOf" srcId="{43942837-DD8C-41F5-97E5-23066B995613}" destId="{79CA20B1-88AE-47B8-864E-7FE434D86293}" srcOrd="0" destOrd="0" presId="urn:microsoft.com/office/officeart/2009/layout/CirclePictureHierarchy"/>
    <dgm:cxn modelId="{4107651D-54D9-49A0-87BE-356EE1B2A3DA}" type="presParOf" srcId="{79CA20B1-88AE-47B8-864E-7FE434D86293}" destId="{5EF8B4B4-306F-4BE9-8E14-3BF93876873C}" srcOrd="0" destOrd="0" presId="urn:microsoft.com/office/officeart/2009/layout/CirclePictureHierarchy"/>
    <dgm:cxn modelId="{3E82EAF4-882E-4B54-A9D7-CCE430A3C6B8}" type="presParOf" srcId="{79CA20B1-88AE-47B8-864E-7FE434D86293}" destId="{55CE88A1-B37B-4B57-BDF5-A03E48499629}" srcOrd="1" destOrd="0" presId="urn:microsoft.com/office/officeart/2009/layout/CirclePictureHierarchy"/>
    <dgm:cxn modelId="{E3C73DB8-FA53-465D-9189-9160A1926499}" type="presParOf" srcId="{43942837-DD8C-41F5-97E5-23066B995613}" destId="{86FE1578-7FD3-4D45-B629-D7E9EF2109A9}" srcOrd="1" destOrd="0" presId="urn:microsoft.com/office/officeart/2009/layout/CirclePictureHierarchy"/>
    <dgm:cxn modelId="{7139F8D6-7E4B-4C89-8D7F-D2402FA0E6DA}" type="presParOf" srcId="{86FE1578-7FD3-4D45-B629-D7E9EF2109A9}" destId="{B6DA3C3E-0AC6-4166-9631-288B9F58CED9}" srcOrd="0" destOrd="0" presId="urn:microsoft.com/office/officeart/2009/layout/CirclePictureHierarchy"/>
    <dgm:cxn modelId="{F4E90F4F-FFA7-451B-BC7B-0A3BE7F5CC97}" type="presParOf" srcId="{86FE1578-7FD3-4D45-B629-D7E9EF2109A9}" destId="{96616204-D8FC-42C2-B455-CE621AFA1D82}" srcOrd="1" destOrd="0" presId="urn:microsoft.com/office/officeart/2009/layout/CirclePictureHierarchy"/>
    <dgm:cxn modelId="{91B3FD19-A25B-4ACC-AE12-B171CDF12582}" type="presParOf" srcId="{96616204-D8FC-42C2-B455-CE621AFA1D82}" destId="{6341B279-D2BB-4082-968E-48318D1988ED}" srcOrd="0" destOrd="0" presId="urn:microsoft.com/office/officeart/2009/layout/CirclePictureHierarchy"/>
    <dgm:cxn modelId="{39ACF8C3-0092-4E7E-A124-597DB25B5CD6}" type="presParOf" srcId="{6341B279-D2BB-4082-968E-48318D1988ED}" destId="{85821D3D-5167-4014-ADC7-752C8145349F}" srcOrd="0" destOrd="0" presId="urn:microsoft.com/office/officeart/2009/layout/CirclePictureHierarchy"/>
    <dgm:cxn modelId="{ADA0A5D9-B5E8-4BB9-B653-DBAF0F00751B}" type="presParOf" srcId="{6341B279-D2BB-4082-968E-48318D1988ED}" destId="{65BD0A67-9FC5-42E4-9494-612160DB7732}" srcOrd="1" destOrd="0" presId="urn:microsoft.com/office/officeart/2009/layout/CirclePictureHierarchy"/>
    <dgm:cxn modelId="{B72D9395-9D73-4DB5-8431-1EFA596B7C3F}" type="presParOf" srcId="{96616204-D8FC-42C2-B455-CE621AFA1D82}" destId="{974A36A5-E0CB-43B5-83CA-AF9811FC8F9F}" srcOrd="1" destOrd="0" presId="urn:microsoft.com/office/officeart/2009/layout/CirclePictureHierarchy"/>
    <dgm:cxn modelId="{AB75CCBF-C868-4BA1-9C43-0E10AC7306A7}" type="presParOf" srcId="{86FE1578-7FD3-4D45-B629-D7E9EF2109A9}" destId="{C2A88DD2-DB92-4CA6-9711-124C4B755C8F}" srcOrd="2" destOrd="0" presId="urn:microsoft.com/office/officeart/2009/layout/CirclePictureHierarchy"/>
    <dgm:cxn modelId="{95BF6195-2DC4-4817-9351-6C554E8599D1}" type="presParOf" srcId="{86FE1578-7FD3-4D45-B629-D7E9EF2109A9}" destId="{254EB5CF-AC7E-43B6-AC70-CA8326052C56}" srcOrd="3" destOrd="0" presId="urn:microsoft.com/office/officeart/2009/layout/CirclePictureHierarchy"/>
    <dgm:cxn modelId="{2D6A05C8-BF71-48BF-9482-511AF9BC962C}" type="presParOf" srcId="{254EB5CF-AC7E-43B6-AC70-CA8326052C56}" destId="{8155CD98-5ADA-449F-9995-287E4D079245}" srcOrd="0" destOrd="0" presId="urn:microsoft.com/office/officeart/2009/layout/CirclePictureHierarchy"/>
    <dgm:cxn modelId="{EEC1FF34-C623-404B-8481-5B5764776EDA}" type="presParOf" srcId="{8155CD98-5ADA-449F-9995-287E4D079245}" destId="{A3D316AF-A806-450A-9867-5054F6340AFC}" srcOrd="0" destOrd="0" presId="urn:microsoft.com/office/officeart/2009/layout/CirclePictureHierarchy"/>
    <dgm:cxn modelId="{E9E96916-FCB2-4A19-A032-6758FDC7B749}" type="presParOf" srcId="{8155CD98-5ADA-449F-9995-287E4D079245}" destId="{38112825-39A5-4E16-98E0-A8FAAB13E60A}" srcOrd="1" destOrd="0" presId="urn:microsoft.com/office/officeart/2009/layout/CirclePictureHierarchy"/>
    <dgm:cxn modelId="{431C5E5C-8A17-4F14-AC53-2D4917B689F5}" type="presParOf" srcId="{254EB5CF-AC7E-43B6-AC70-CA8326052C56}" destId="{BB310E0D-840E-4E2F-8C1E-87B5A9D9F634}" srcOrd="1" destOrd="0" presId="urn:microsoft.com/office/officeart/2009/layout/CirclePictureHierarchy"/>
    <dgm:cxn modelId="{BAB731B5-1721-45B5-8020-B601B313EBA9}" type="presParOf" srcId="{86FE1578-7FD3-4D45-B629-D7E9EF2109A9}" destId="{F26EB2F7-B4F5-4800-8C45-6F025598ED8A}" srcOrd="4" destOrd="0" presId="urn:microsoft.com/office/officeart/2009/layout/CirclePictureHierarchy"/>
    <dgm:cxn modelId="{231D5A0F-FC43-4F63-8B58-5402521E6056}" type="presParOf" srcId="{86FE1578-7FD3-4D45-B629-D7E9EF2109A9}" destId="{9A6DBFCF-D562-44B1-9766-FE93F0E3F284}" srcOrd="5" destOrd="0" presId="urn:microsoft.com/office/officeart/2009/layout/CirclePictureHierarchy"/>
    <dgm:cxn modelId="{0822B045-FFF3-464B-976A-2DF96E09A895}" type="presParOf" srcId="{9A6DBFCF-D562-44B1-9766-FE93F0E3F284}" destId="{E50BF62D-D3A9-402C-B8B3-ADF39A6FB8A7}" srcOrd="0" destOrd="0" presId="urn:microsoft.com/office/officeart/2009/layout/CirclePictureHierarchy"/>
    <dgm:cxn modelId="{472B3B09-9A97-472F-89E5-3BE00EF23B33}" type="presParOf" srcId="{E50BF62D-D3A9-402C-B8B3-ADF39A6FB8A7}" destId="{6763F799-8E5C-4B93-85F0-C0CCA3D9B4F9}" srcOrd="0" destOrd="0" presId="urn:microsoft.com/office/officeart/2009/layout/CirclePictureHierarchy"/>
    <dgm:cxn modelId="{6A11936A-C29D-40EE-84D6-AC8EC3581DDC}" type="presParOf" srcId="{E50BF62D-D3A9-402C-B8B3-ADF39A6FB8A7}" destId="{8ADB121B-9B93-4723-8E67-D6B6D1CEADA3}" srcOrd="1" destOrd="0" presId="urn:microsoft.com/office/officeart/2009/layout/CirclePictureHierarchy"/>
    <dgm:cxn modelId="{A7DF4DD7-40E4-47C4-9402-18DA74A0EF62}" type="presParOf" srcId="{9A6DBFCF-D562-44B1-9766-FE93F0E3F284}" destId="{39293BCD-3123-4B41-A9DF-C927FA0D15C5}" srcOrd="1" destOrd="0" presId="urn:microsoft.com/office/officeart/2009/layout/CirclePictureHierarchy"/>
    <dgm:cxn modelId="{5F3B1427-F3A2-4959-9956-D92C7E493EF1}" type="presParOf" srcId="{365862F0-A52E-4163-AF6C-A95CD1B0218A}" destId="{0814C853-16AA-440B-BC9D-663C5FDBAFD7}" srcOrd="2" destOrd="0" presId="urn:microsoft.com/office/officeart/2009/layout/CirclePictureHierarchy"/>
    <dgm:cxn modelId="{8F1EA763-6804-4BA6-8AF8-9756B52AB2A5}" type="presParOf" srcId="{365862F0-A52E-4163-AF6C-A95CD1B0218A}" destId="{5A3678AD-F4AF-4F61-98C5-089E913E4E6D}" srcOrd="3" destOrd="0" presId="urn:microsoft.com/office/officeart/2009/layout/CirclePictureHierarchy"/>
    <dgm:cxn modelId="{F57F2BF4-0D5C-4EE0-80E0-32FD6F259AF9}" type="presParOf" srcId="{5A3678AD-F4AF-4F61-98C5-089E913E4E6D}" destId="{FEB80CD6-6542-415A-A129-35B94EDA17BF}" srcOrd="0" destOrd="0" presId="urn:microsoft.com/office/officeart/2009/layout/CirclePictureHierarchy"/>
    <dgm:cxn modelId="{210752B3-F1C3-4F59-B40C-3A60F099975F}" type="presParOf" srcId="{FEB80CD6-6542-415A-A129-35B94EDA17BF}" destId="{C0FD8464-940D-4432-949D-229041EA2894}" srcOrd="0" destOrd="0" presId="urn:microsoft.com/office/officeart/2009/layout/CirclePictureHierarchy"/>
    <dgm:cxn modelId="{555669DA-EAFD-49F7-990F-E4D804690269}" type="presParOf" srcId="{FEB80CD6-6542-415A-A129-35B94EDA17BF}" destId="{9AAAF0FA-0CE7-422F-9A59-AB17141F2155}" srcOrd="1" destOrd="0" presId="urn:microsoft.com/office/officeart/2009/layout/CirclePictureHierarchy"/>
    <dgm:cxn modelId="{EB4DC69E-2C11-4A69-980E-439B7E46B127}" type="presParOf" srcId="{5A3678AD-F4AF-4F61-98C5-089E913E4E6D}" destId="{EFC32F99-3AE2-4EF3-BD4B-00ACC2A6AB87}" srcOrd="1" destOrd="0" presId="urn:microsoft.com/office/officeart/2009/layout/CirclePictureHierarchy"/>
    <dgm:cxn modelId="{9825DC27-A6D6-4761-82A5-FCB5934DC11E}" type="presParOf" srcId="{365862F0-A52E-4163-AF6C-A95CD1B0218A}" destId="{8BD465AE-94FE-40AD-B1F9-000E15EC05ED}" srcOrd="4" destOrd="0" presId="urn:microsoft.com/office/officeart/2009/layout/CirclePictureHierarchy"/>
    <dgm:cxn modelId="{6E882C43-34B9-4A0C-96B6-AFF8C39B9AF4}" type="presParOf" srcId="{365862F0-A52E-4163-AF6C-A95CD1B0218A}" destId="{E5A1C97E-E734-45D8-96A6-1D2F2A852324}" srcOrd="5" destOrd="0" presId="urn:microsoft.com/office/officeart/2009/layout/CirclePictureHierarchy"/>
    <dgm:cxn modelId="{0FA6EC29-18A3-45C4-9526-6DC6A14222AC}" type="presParOf" srcId="{E5A1C97E-E734-45D8-96A6-1D2F2A852324}" destId="{915136CD-3FF8-4F53-A094-9FDD364BAC26}" srcOrd="0" destOrd="0" presId="urn:microsoft.com/office/officeart/2009/layout/CirclePictureHierarchy"/>
    <dgm:cxn modelId="{E4BE3FC5-55D3-4BBA-971D-F02C74501163}" type="presParOf" srcId="{915136CD-3FF8-4F53-A094-9FDD364BAC26}" destId="{B443FC1A-3162-44B8-A6A1-C428F4B4FEEB}" srcOrd="0" destOrd="0" presId="urn:microsoft.com/office/officeart/2009/layout/CirclePictureHierarchy"/>
    <dgm:cxn modelId="{7EDDED95-9247-4948-A2A8-870F9CBF9793}" type="presParOf" srcId="{915136CD-3FF8-4F53-A094-9FDD364BAC26}" destId="{68FA61CC-1615-495E-A2FE-D6E97C9B9276}" srcOrd="1" destOrd="0" presId="urn:microsoft.com/office/officeart/2009/layout/CirclePictureHierarchy"/>
    <dgm:cxn modelId="{CF38531B-3A65-4635-A8EB-CD3E0698E6B9}" type="presParOf" srcId="{E5A1C97E-E734-45D8-96A6-1D2F2A852324}" destId="{FEF7EFCB-856F-4A3D-8382-E23E41531C86}" srcOrd="1" destOrd="0" presId="urn:microsoft.com/office/officeart/2009/layout/CirclePictureHierarchy"/>
    <dgm:cxn modelId="{918B9F14-67E1-4C83-846C-4564531D21EB}" type="presParOf" srcId="{365862F0-A52E-4163-AF6C-A95CD1B0218A}" destId="{C95DDE24-DF37-43E6-881A-BFB32977B56E}" srcOrd="6" destOrd="0" presId="urn:microsoft.com/office/officeart/2009/layout/CirclePictureHierarchy"/>
    <dgm:cxn modelId="{C507C261-C93A-45ED-8EF0-69D0550006D4}" type="presParOf" srcId="{365862F0-A52E-4163-AF6C-A95CD1B0218A}" destId="{EC3678BE-4D06-4F19-9C20-0AA149398542}" srcOrd="7" destOrd="0" presId="urn:microsoft.com/office/officeart/2009/layout/CirclePictureHierarchy"/>
    <dgm:cxn modelId="{AEAE8B97-9A4A-4B32-BA75-6F5A87C19898}" type="presParOf" srcId="{EC3678BE-4D06-4F19-9C20-0AA149398542}" destId="{B4502A77-5DC1-4384-ADAA-306C71399524}" srcOrd="0" destOrd="0" presId="urn:microsoft.com/office/officeart/2009/layout/CirclePictureHierarchy"/>
    <dgm:cxn modelId="{2C107952-E8FC-4E8A-8186-A0DE4BEEA656}" type="presParOf" srcId="{B4502A77-5DC1-4384-ADAA-306C71399524}" destId="{23937A2C-08F8-4827-A92A-A4CB8B759C4E}" srcOrd="0" destOrd="0" presId="urn:microsoft.com/office/officeart/2009/layout/CirclePictureHierarchy"/>
    <dgm:cxn modelId="{1CA822A0-1F35-4718-84E1-BC3197AD33FC}" type="presParOf" srcId="{B4502A77-5DC1-4384-ADAA-306C71399524}" destId="{6491ABCD-EE6B-4A84-B380-CA2220CFF283}" srcOrd="1" destOrd="0" presId="urn:microsoft.com/office/officeart/2009/layout/CirclePictureHierarchy"/>
    <dgm:cxn modelId="{16BC2A12-1734-4D88-9EDB-CAFB2620CEA8}" type="presParOf" srcId="{EC3678BE-4D06-4F19-9C20-0AA149398542}" destId="{4D80327B-4214-414B-AE01-BA4F92FB737D}" srcOrd="1" destOrd="0" presId="urn:microsoft.com/office/officeart/2009/layout/CirclePictureHierarchy"/>
    <dgm:cxn modelId="{00D4D323-CC82-4E09-B278-8403711831CC}" type="presParOf" srcId="{365862F0-A52E-4163-AF6C-A95CD1B0218A}" destId="{012047B6-206D-49CB-83FD-BCCE3C45019F}" srcOrd="8" destOrd="0" presId="urn:microsoft.com/office/officeart/2009/layout/CirclePictureHierarchy"/>
    <dgm:cxn modelId="{B9026A54-8EE9-41F7-BF16-2C17E4C49757}" type="presParOf" srcId="{365862F0-A52E-4163-AF6C-A95CD1B0218A}" destId="{26C20A43-0A22-467C-9BDC-0C25778CE39D}" srcOrd="9" destOrd="0" presId="urn:microsoft.com/office/officeart/2009/layout/CirclePictureHierarchy"/>
    <dgm:cxn modelId="{3FFE329B-05A6-49AA-9977-796351C95FB3}" type="presParOf" srcId="{26C20A43-0A22-467C-9BDC-0C25778CE39D}" destId="{23CE25EA-5D5F-49EA-B3A2-EFB5A6685300}" srcOrd="0" destOrd="0" presId="urn:microsoft.com/office/officeart/2009/layout/CirclePictureHierarchy"/>
    <dgm:cxn modelId="{0CC645DB-A449-490C-AA98-848D5B5A41C1}" type="presParOf" srcId="{23CE25EA-5D5F-49EA-B3A2-EFB5A6685300}" destId="{CC22BA6F-7FAD-4CC5-A26B-45434D3B4537}" srcOrd="0" destOrd="0" presId="urn:microsoft.com/office/officeart/2009/layout/CirclePictureHierarchy"/>
    <dgm:cxn modelId="{24430B94-64BD-4BE7-B743-E328AFCEEA63}" type="presParOf" srcId="{23CE25EA-5D5F-49EA-B3A2-EFB5A6685300}" destId="{642E3AA2-AEAD-4E1D-A986-1DDC9E9213FF}" srcOrd="1" destOrd="0" presId="urn:microsoft.com/office/officeart/2009/layout/CirclePictureHierarchy"/>
    <dgm:cxn modelId="{6246D7E2-C0D9-4861-B860-3DAE57FCD5F1}" type="presParOf" srcId="{26C20A43-0A22-467C-9BDC-0C25778CE39D}" destId="{2D1CF000-521F-4735-815C-972E26D46647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2047B6-206D-49CB-83FD-BCCE3C45019F}">
      <dsp:nvSpPr>
        <dsp:cNvPr id="0" name=""/>
        <dsp:cNvSpPr/>
      </dsp:nvSpPr>
      <dsp:spPr>
        <a:xfrm>
          <a:off x="5895860" y="1789622"/>
          <a:ext cx="3027637" cy="17460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1030"/>
              </a:lnTo>
              <a:lnTo>
                <a:pt x="3027637" y="1661030"/>
              </a:lnTo>
              <a:lnTo>
                <a:pt x="3027637" y="17460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5DDE24-DF37-43E6-881A-BFB32977B56E}">
      <dsp:nvSpPr>
        <dsp:cNvPr id="0" name=""/>
        <dsp:cNvSpPr/>
      </dsp:nvSpPr>
      <dsp:spPr>
        <a:xfrm>
          <a:off x="5895860" y="1789622"/>
          <a:ext cx="4225122" cy="24314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6458"/>
              </a:lnTo>
              <a:lnTo>
                <a:pt x="4225122" y="2346458"/>
              </a:lnTo>
              <a:lnTo>
                <a:pt x="4225122" y="243143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465AE-94FE-40AD-B1F9-000E15EC05ED}">
      <dsp:nvSpPr>
        <dsp:cNvPr id="0" name=""/>
        <dsp:cNvSpPr/>
      </dsp:nvSpPr>
      <dsp:spPr>
        <a:xfrm>
          <a:off x="5895860" y="1789622"/>
          <a:ext cx="391310" cy="3739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8978"/>
              </a:lnTo>
              <a:lnTo>
                <a:pt x="391310" y="288978"/>
              </a:lnTo>
              <a:lnTo>
                <a:pt x="391310" y="3739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14C853-16AA-440B-BC9D-663C5FDBAFD7}">
      <dsp:nvSpPr>
        <dsp:cNvPr id="0" name=""/>
        <dsp:cNvSpPr/>
      </dsp:nvSpPr>
      <dsp:spPr>
        <a:xfrm>
          <a:off x="5895860" y="1789622"/>
          <a:ext cx="1858770" cy="1046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1664"/>
              </a:lnTo>
              <a:lnTo>
                <a:pt x="1858770" y="961664"/>
              </a:lnTo>
              <a:lnTo>
                <a:pt x="1858770" y="10466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6EB2F7-B4F5-4800-8C45-6F025598ED8A}">
      <dsp:nvSpPr>
        <dsp:cNvPr id="0" name=""/>
        <dsp:cNvSpPr/>
      </dsp:nvSpPr>
      <dsp:spPr>
        <a:xfrm>
          <a:off x="2508538" y="3750329"/>
          <a:ext cx="1951878" cy="7469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1987"/>
              </a:lnTo>
              <a:lnTo>
                <a:pt x="1951878" y="661987"/>
              </a:lnTo>
              <a:lnTo>
                <a:pt x="1951878" y="74696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A88DD2-DB92-4CA6-9711-124C4B755C8F}">
      <dsp:nvSpPr>
        <dsp:cNvPr id="0" name=""/>
        <dsp:cNvSpPr/>
      </dsp:nvSpPr>
      <dsp:spPr>
        <a:xfrm>
          <a:off x="2454985" y="3750329"/>
          <a:ext cx="91440" cy="1713201"/>
        </a:xfrm>
        <a:custGeom>
          <a:avLst/>
          <a:gdLst/>
          <a:ahLst/>
          <a:cxnLst/>
          <a:rect l="0" t="0" r="0" b="0"/>
          <a:pathLst>
            <a:path>
              <a:moveTo>
                <a:pt x="53552" y="0"/>
              </a:moveTo>
              <a:lnTo>
                <a:pt x="53552" y="1628225"/>
              </a:lnTo>
              <a:lnTo>
                <a:pt x="45720" y="1628225"/>
              </a:lnTo>
              <a:lnTo>
                <a:pt x="45720" y="1713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DA3C3E-0AC6-4166-9631-288B9F58CED9}">
      <dsp:nvSpPr>
        <dsp:cNvPr id="0" name=""/>
        <dsp:cNvSpPr/>
      </dsp:nvSpPr>
      <dsp:spPr>
        <a:xfrm>
          <a:off x="274137" y="3750329"/>
          <a:ext cx="2234400" cy="171312"/>
        </a:xfrm>
        <a:custGeom>
          <a:avLst/>
          <a:gdLst/>
          <a:ahLst/>
          <a:cxnLst/>
          <a:rect l="0" t="0" r="0" b="0"/>
          <a:pathLst>
            <a:path>
              <a:moveTo>
                <a:pt x="2234400" y="0"/>
              </a:moveTo>
              <a:lnTo>
                <a:pt x="2234400" y="86335"/>
              </a:lnTo>
              <a:lnTo>
                <a:pt x="0" y="86335"/>
              </a:lnTo>
              <a:lnTo>
                <a:pt x="0" y="1713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3B90CB-8F87-4787-8677-B1117D54770B}">
      <dsp:nvSpPr>
        <dsp:cNvPr id="0" name=""/>
        <dsp:cNvSpPr/>
      </dsp:nvSpPr>
      <dsp:spPr>
        <a:xfrm>
          <a:off x="2508538" y="1789622"/>
          <a:ext cx="3387322" cy="1416859"/>
        </a:xfrm>
        <a:custGeom>
          <a:avLst/>
          <a:gdLst/>
          <a:ahLst/>
          <a:cxnLst/>
          <a:rect l="0" t="0" r="0" b="0"/>
          <a:pathLst>
            <a:path>
              <a:moveTo>
                <a:pt x="3387322" y="0"/>
              </a:moveTo>
              <a:lnTo>
                <a:pt x="3387322" y="1331883"/>
              </a:lnTo>
              <a:lnTo>
                <a:pt x="0" y="1331883"/>
              </a:lnTo>
              <a:lnTo>
                <a:pt x="0" y="14168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444ED0-2F3B-4F0F-8946-347B2F1511E3}">
      <dsp:nvSpPr>
        <dsp:cNvPr id="0" name=""/>
        <dsp:cNvSpPr/>
      </dsp:nvSpPr>
      <dsp:spPr>
        <a:xfrm>
          <a:off x="5365763" y="956463"/>
          <a:ext cx="1060193" cy="83315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C4DF2-4931-4EF6-B965-00333F49DF93}">
      <dsp:nvSpPr>
        <dsp:cNvPr id="0" name=""/>
        <dsp:cNvSpPr/>
      </dsp:nvSpPr>
      <dsp:spPr>
        <a:xfrm>
          <a:off x="6441664" y="1086418"/>
          <a:ext cx="1700957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di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/>
            <a:t>窗口控件</a:t>
          </a:r>
        </a:p>
      </dsp:txBody>
      <dsp:txXfrm>
        <a:off x="6441664" y="1086418"/>
        <a:ext cx="1700957" cy="543847"/>
      </dsp:txXfrm>
    </dsp:sp>
    <dsp:sp modelId="{5EF8B4B4-306F-4BE9-8E14-3BF93876873C}">
      <dsp:nvSpPr>
        <dsp:cNvPr id="0" name=""/>
        <dsp:cNvSpPr/>
      </dsp:nvSpPr>
      <dsp:spPr>
        <a:xfrm>
          <a:off x="2236614" y="3206481"/>
          <a:ext cx="543847" cy="543847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E88A1-B37B-4B57-BDF5-A03E48499629}">
      <dsp:nvSpPr>
        <dsp:cNvPr id="0" name=""/>
        <dsp:cNvSpPr/>
      </dsp:nvSpPr>
      <dsp:spPr>
        <a:xfrm>
          <a:off x="2854880" y="3259441"/>
          <a:ext cx="1246817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FF0000"/>
              </a:solidFill>
            </a:rPr>
            <a:t>按钮类</a:t>
          </a:r>
        </a:p>
      </dsp:txBody>
      <dsp:txXfrm>
        <a:off x="2854880" y="3259441"/>
        <a:ext cx="1246817" cy="543847"/>
      </dsp:txXfrm>
    </dsp:sp>
    <dsp:sp modelId="{85821D3D-5167-4014-ADC7-752C8145349F}">
      <dsp:nvSpPr>
        <dsp:cNvPr id="0" name=""/>
        <dsp:cNvSpPr/>
      </dsp:nvSpPr>
      <dsp:spPr>
        <a:xfrm>
          <a:off x="2213" y="3921641"/>
          <a:ext cx="543847" cy="54384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D0A67-9FC5-42E4-9494-612160DB7732}">
      <dsp:nvSpPr>
        <dsp:cNvPr id="0" name=""/>
        <dsp:cNvSpPr/>
      </dsp:nvSpPr>
      <dsp:spPr>
        <a:xfrm>
          <a:off x="0" y="4603256"/>
          <a:ext cx="1789982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 err="1">
              <a:solidFill>
                <a:srgbClr val="00B050"/>
              </a:solidFill>
            </a:rPr>
            <a:t>QPushBotton</a:t>
          </a:r>
          <a:endParaRPr lang="zh-CN" altLang="en-US" sz="2000" b="1" kern="1200" dirty="0">
            <a:solidFill>
              <a:srgbClr val="00B050"/>
            </a:solidFill>
          </a:endParaRPr>
        </a:p>
      </dsp:txBody>
      <dsp:txXfrm>
        <a:off x="0" y="4603256"/>
        <a:ext cx="1789982" cy="543847"/>
      </dsp:txXfrm>
    </dsp:sp>
    <dsp:sp modelId="{A3D316AF-A806-450A-9867-5054F6340AFC}">
      <dsp:nvSpPr>
        <dsp:cNvPr id="0" name=""/>
        <dsp:cNvSpPr/>
      </dsp:nvSpPr>
      <dsp:spPr>
        <a:xfrm>
          <a:off x="2228782" y="5463531"/>
          <a:ext cx="543847" cy="543847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12825-39A5-4E16-98E0-A8FAAB13E60A}">
      <dsp:nvSpPr>
        <dsp:cNvPr id="0" name=""/>
        <dsp:cNvSpPr/>
      </dsp:nvSpPr>
      <dsp:spPr>
        <a:xfrm>
          <a:off x="1405049" y="5957246"/>
          <a:ext cx="2145683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 err="1">
              <a:solidFill>
                <a:srgbClr val="00B050"/>
              </a:solidFill>
            </a:rPr>
            <a:t>QRadioBotton</a:t>
          </a:r>
          <a:endParaRPr lang="zh-CN" altLang="en-US" sz="2000" b="1" kern="1200" dirty="0">
            <a:solidFill>
              <a:srgbClr val="00B050"/>
            </a:solidFill>
          </a:endParaRPr>
        </a:p>
      </dsp:txBody>
      <dsp:txXfrm>
        <a:off x="1405049" y="5957246"/>
        <a:ext cx="2145683" cy="543847"/>
      </dsp:txXfrm>
    </dsp:sp>
    <dsp:sp modelId="{6763F799-8E5C-4B93-85F0-C0CCA3D9B4F9}">
      <dsp:nvSpPr>
        <dsp:cNvPr id="0" name=""/>
        <dsp:cNvSpPr/>
      </dsp:nvSpPr>
      <dsp:spPr>
        <a:xfrm>
          <a:off x="4188492" y="4497293"/>
          <a:ext cx="543847" cy="54384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B121B-9B93-4723-8E67-D6B6D1CEADA3}">
      <dsp:nvSpPr>
        <dsp:cNvPr id="0" name=""/>
        <dsp:cNvSpPr/>
      </dsp:nvSpPr>
      <dsp:spPr>
        <a:xfrm>
          <a:off x="3844022" y="5091098"/>
          <a:ext cx="1655755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 err="1">
              <a:solidFill>
                <a:srgbClr val="00B050"/>
              </a:solidFill>
            </a:rPr>
            <a:t>QCheckBox</a:t>
          </a:r>
          <a:endParaRPr lang="zh-CN" altLang="en-US" sz="2000" b="1" kern="1200" dirty="0">
            <a:solidFill>
              <a:srgbClr val="00B050"/>
            </a:solidFill>
          </a:endParaRPr>
        </a:p>
      </dsp:txBody>
      <dsp:txXfrm>
        <a:off x="3844022" y="5091098"/>
        <a:ext cx="1655755" cy="543847"/>
      </dsp:txXfrm>
    </dsp:sp>
    <dsp:sp modelId="{C0FD8464-940D-4432-949D-229041EA2894}">
      <dsp:nvSpPr>
        <dsp:cNvPr id="0" name=""/>
        <dsp:cNvSpPr/>
      </dsp:nvSpPr>
      <dsp:spPr>
        <a:xfrm>
          <a:off x="7482706" y="2836262"/>
          <a:ext cx="543847" cy="543847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AF0FA-0CE7-422F-9A59-AB17141F2155}">
      <dsp:nvSpPr>
        <dsp:cNvPr id="0" name=""/>
        <dsp:cNvSpPr/>
      </dsp:nvSpPr>
      <dsp:spPr>
        <a:xfrm>
          <a:off x="8064319" y="2826924"/>
          <a:ext cx="1639488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 err="1">
              <a:solidFill>
                <a:srgbClr val="FF0000"/>
              </a:solidFill>
            </a:rPr>
            <a:t>QLineEdit</a:t>
          </a:r>
          <a:endParaRPr lang="zh-CN" altLang="en-US" sz="2400" b="1" kern="1200" dirty="0">
            <a:solidFill>
              <a:srgbClr val="FF0000"/>
            </a:solidFill>
          </a:endParaRPr>
        </a:p>
      </dsp:txBody>
      <dsp:txXfrm>
        <a:off x="8064319" y="2826924"/>
        <a:ext cx="1639488" cy="543847"/>
      </dsp:txXfrm>
    </dsp:sp>
    <dsp:sp modelId="{B443FC1A-3162-44B8-A6A1-C428F4B4FEEB}">
      <dsp:nvSpPr>
        <dsp:cNvPr id="0" name=""/>
        <dsp:cNvSpPr/>
      </dsp:nvSpPr>
      <dsp:spPr>
        <a:xfrm>
          <a:off x="6015246" y="2163577"/>
          <a:ext cx="543847" cy="543847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A61CC-1615-495E-A2FE-D6E97C9B9276}">
      <dsp:nvSpPr>
        <dsp:cNvPr id="0" name=""/>
        <dsp:cNvSpPr/>
      </dsp:nvSpPr>
      <dsp:spPr>
        <a:xfrm>
          <a:off x="9199846" y="4781105"/>
          <a:ext cx="1970504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 err="1">
              <a:solidFill>
                <a:srgbClr val="FF0000"/>
              </a:solidFill>
            </a:rPr>
            <a:t>QComboBox</a:t>
          </a:r>
          <a:endParaRPr lang="zh-CN" altLang="en-US" sz="2400" b="1" kern="1200" dirty="0">
            <a:solidFill>
              <a:srgbClr val="FF0000"/>
            </a:solidFill>
          </a:endParaRPr>
        </a:p>
      </dsp:txBody>
      <dsp:txXfrm>
        <a:off x="9199846" y="4781105"/>
        <a:ext cx="1970504" cy="543847"/>
      </dsp:txXfrm>
    </dsp:sp>
    <dsp:sp modelId="{23937A2C-08F8-4827-A92A-A4CB8B759C4E}">
      <dsp:nvSpPr>
        <dsp:cNvPr id="0" name=""/>
        <dsp:cNvSpPr/>
      </dsp:nvSpPr>
      <dsp:spPr>
        <a:xfrm>
          <a:off x="9849058" y="4221056"/>
          <a:ext cx="543847" cy="543847"/>
        </a:xfrm>
        <a:prstGeom prst="ellipse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1ABCD-EE6B-4A84-B380-CA2220CFF283}">
      <dsp:nvSpPr>
        <dsp:cNvPr id="0" name=""/>
        <dsp:cNvSpPr/>
      </dsp:nvSpPr>
      <dsp:spPr>
        <a:xfrm>
          <a:off x="6653107" y="2122881"/>
          <a:ext cx="1198123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 err="1">
              <a:solidFill>
                <a:srgbClr val="FF0000"/>
              </a:solidFill>
            </a:rPr>
            <a:t>QLabel</a:t>
          </a:r>
          <a:endParaRPr lang="zh-CN" altLang="en-US" sz="2400" b="1" kern="1200" dirty="0">
            <a:solidFill>
              <a:srgbClr val="FF0000"/>
            </a:solidFill>
          </a:endParaRPr>
        </a:p>
      </dsp:txBody>
      <dsp:txXfrm>
        <a:off x="6653107" y="2122881"/>
        <a:ext cx="1198123" cy="543847"/>
      </dsp:txXfrm>
    </dsp:sp>
    <dsp:sp modelId="{CC22BA6F-7FAD-4CC5-A26B-45434D3B4537}">
      <dsp:nvSpPr>
        <dsp:cNvPr id="0" name=""/>
        <dsp:cNvSpPr/>
      </dsp:nvSpPr>
      <dsp:spPr>
        <a:xfrm>
          <a:off x="8651574" y="3535628"/>
          <a:ext cx="543847" cy="543847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E3AA2-AEAD-4E1D-A986-1DDC9E9213FF}">
      <dsp:nvSpPr>
        <dsp:cNvPr id="0" name=""/>
        <dsp:cNvSpPr/>
      </dsp:nvSpPr>
      <dsp:spPr>
        <a:xfrm>
          <a:off x="9246330" y="3536461"/>
          <a:ext cx="1807741" cy="54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 err="1">
              <a:solidFill>
                <a:srgbClr val="FF0000"/>
              </a:solidFill>
            </a:rPr>
            <a:t>QTextEdit</a:t>
          </a:r>
          <a:endParaRPr lang="zh-CN" altLang="en-US" sz="2400" b="1" kern="1200" dirty="0">
            <a:solidFill>
              <a:srgbClr val="FF0000"/>
            </a:solidFill>
          </a:endParaRPr>
        </a:p>
      </dsp:txBody>
      <dsp:txXfrm>
        <a:off x="9246330" y="3536461"/>
        <a:ext cx="1807741" cy="543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0CAC3-3B4D-4075-9CE3-7054A744A6C7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EE60D-B901-43F5-805F-416E77476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49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左：</a:t>
            </a:r>
            <a:r>
              <a:rPr lang="en-US" altLang="zh-CN" dirty="0" err="1"/>
              <a:t>QMainWindow</a:t>
            </a:r>
            <a:r>
              <a:rPr lang="en-US" altLang="zh-CN" dirty="0"/>
              <a:t>—</a:t>
            </a:r>
            <a:r>
              <a:rPr lang="zh-CN" altLang="zh-CN" sz="1800" b="1" dirty="0"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包含菜单栏、工具栏、状态栏和标题栏等</a:t>
            </a:r>
            <a:endParaRPr lang="en-US" altLang="zh-CN" sz="1800" b="1" dirty="0"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右：</a:t>
            </a:r>
            <a:r>
              <a:rPr lang="en-US" altLang="zh-CN" dirty="0" err="1"/>
              <a:t>Qwidge</a:t>
            </a:r>
            <a:r>
              <a:rPr lang="en-US" altLang="zh-CN" dirty="0"/>
              <a:t>—</a:t>
            </a:r>
            <a:r>
              <a:rPr lang="zh-CN" altLang="en-US" dirty="0"/>
              <a:t>不包含</a:t>
            </a:r>
            <a:r>
              <a:rPr lang="zh-CN" altLang="zh-CN" sz="1200" b="1" dirty="0"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菜单栏、工具栏、状态栏和标题栏等</a:t>
            </a:r>
            <a:r>
              <a:rPr lang="zh-CN" altLang="en-US" sz="1200" b="1" dirty="0"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，</a:t>
            </a: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可以用作嵌入其他窗口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。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b="1" dirty="0">
              <a:solidFill>
                <a:srgbClr val="000000"/>
              </a:solidFill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建议：均使用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Qwidge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。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1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、统一规范</a:t>
            </a:r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包括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pydesigner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创建</a:t>
            </a:r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)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；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、方便后期工具整合为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QMainWindow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。</a:t>
            </a:r>
            <a:endParaRPr lang="en-US" altLang="zh-CN" sz="1200" b="1" dirty="0"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935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功能：</a:t>
            </a:r>
            <a:r>
              <a:rPr lang="zh-CN" altLang="zh-CN" sz="1800" dirty="0">
                <a:solidFill>
                  <a:srgbClr val="333333"/>
                </a:solidFill>
                <a:effectLst/>
                <a:ea typeface="-apple-system"/>
              </a:rPr>
              <a:t>用于显示文本信息</a:t>
            </a:r>
            <a:endParaRPr lang="en-US" altLang="zh-CN" sz="1800" dirty="0">
              <a:solidFill>
                <a:srgbClr val="333333"/>
              </a:solidFill>
              <a:effectLst/>
              <a:ea typeface="-apple-system"/>
            </a:endParaRPr>
          </a:p>
          <a:p>
            <a:r>
              <a:rPr lang="zh-CN" altLang="en-US" sz="1800" dirty="0">
                <a:solidFill>
                  <a:srgbClr val="333333"/>
                </a:solidFill>
                <a:effectLst/>
              </a:rPr>
              <a:t>方法：</a:t>
            </a:r>
            <a:endParaRPr lang="en-US" altLang="zh-CN" sz="1800" dirty="0">
              <a:solidFill>
                <a:srgbClr val="333333"/>
              </a:solidFill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117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QLineEdit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小部件是一个单行文本编辑器。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015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93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61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self.checkBox1.stateChanged.connect</a:t>
            </a:r>
            <a:r>
              <a:rPr lang="zh-CN" altLang="en-US" sz="12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（函数）：</a:t>
            </a:r>
            <a:endParaRPr lang="en-US" altLang="zh-CN" sz="12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、此方法可不传参；</a:t>
            </a:r>
            <a:endParaRPr lang="en-US" altLang="zh-CN" sz="12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、是无法传入参数的，需要传参可选用</a:t>
            </a:r>
            <a:r>
              <a:rPr lang="en-US" altLang="zh-CN" sz="12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lambda</a:t>
            </a:r>
            <a:r>
              <a:rPr lang="zh-CN" altLang="en-US" sz="12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表达式。</a:t>
            </a:r>
            <a:endParaRPr lang="en-US" altLang="zh-CN" sz="12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8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614B6-F684-4BD7-A89E-712FDCC11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8006D4-CB06-4ECA-9127-9740B3A6F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FEAF4-C489-4821-892C-9CAF11E2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67FE8-EDA2-4F0C-80EA-F0F836FD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1FAEAF-4E64-4CB8-B972-7C9E0CA2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31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2A377-808A-4045-AA2B-A2F130BB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AB878E-C6E2-4366-917E-94F0271CA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24A12E-0B73-49F8-87A0-C3909E8C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568D9-98A3-46B3-9A9C-EAC609E7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2228E7-523B-4A3F-95B1-CC0D240B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4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CAEF1-56F6-4B40-9D75-E7543AC4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ECC9F6-8D61-44D0-A294-B8680B7ED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2ADDB-13AA-4FFF-8888-755E73B3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00F35-FC0F-40B4-A8B9-526A9385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36FD9-5592-4D54-8D14-0AF06C08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64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E0E4E-6517-46D2-B0A5-63A094B7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22BF8A-29E3-4D31-8F47-A8983BFA5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7BBE11-386A-4476-9721-2DBB8BD5C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9D3692-810F-45B4-BDE5-19A9B1A89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69A9A5-D2AA-4D33-BD8E-D3A9795B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5230CD-30A6-447D-9EF9-D1D5A641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57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1EFA2-EF8D-45E6-A2CA-E0EC8E81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07B95-3A2F-4E73-A98A-88B35702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4F1B1D-43A6-44E7-B295-4A0C36ED8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FEB9CD-1FEF-4571-A06E-664C42E5F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85E8D8-4FA3-43C9-9B59-7DF29B7DC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1E6CDF-B169-4284-9090-7FB102DE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FB0C77-6FEF-47E8-86D6-46A1B1F2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1D1462-87AA-4D33-BF00-EC281B8C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32572-3DD6-4D3E-97E2-E1C98FD8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A171A8-5EF3-42C8-9144-37715342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79C18A-240B-4645-8F64-C7770CAC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266594-F26B-480E-8ADB-EEB20D78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47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E15DE9-F756-44C1-9D54-594FC1B4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83025D-8558-4E73-A50C-0275BAD9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F8D99-DAF6-494C-B818-BF6143D5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99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8B963-50FB-4191-BBF4-BD2F8593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C8F10-D69A-49BD-85C3-C49BCDFD4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63A515-39CB-4EFD-8E2E-2ECFE0B05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CCBEC1-5A99-47E8-B47F-C36F0931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E5521F-27C4-41CA-8577-156EA4C2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21318A-71BD-4E41-816D-46C20E61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58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58F86-5B70-4808-A1D4-C287D904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9E110D-1305-49DF-95DF-C65268E9C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F920F5-324F-4EB0-BC30-5249CB154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12D3D3-C1C9-4D83-9BA0-16AC599D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47F0FD-3C07-4851-8E94-02135AF7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40BF8B-729B-4DBA-A86D-E68E4795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99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2167C-65D2-4A94-8281-59C388E6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D07D25-2EFC-4654-B2D5-7A0FE8CF3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D1B414-55F9-432A-B952-90FD43DD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F9851-8A11-42CF-8D39-B68D80E3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8E103-0F04-4E18-B48E-32148EA0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11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980F0E-5662-4D72-A198-02C0BBFAC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B61318-C304-48DA-9C15-4763499A3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0D63A-F0DA-439A-BDAC-2E9654CA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FA3C35-CED9-4480-B4F3-7C3B5A95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7D5D3A-F7A3-4054-AD1C-A854A46B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16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5EFFEC-55EE-425D-A161-4CFC2BD4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F4BE3A-AAA4-4070-A023-26048DF3D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6D047-B088-4938-AAAA-B19A3DD27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CE07A-FE06-4742-9EC8-0ACB6987912E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FD5846-61D7-48D6-9013-4BC11C53C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E1714-AF63-41AC-A1EA-F8F06697F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71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>
            <a:extLst>
              <a:ext uri="{FF2B5EF4-FFF2-40B4-BE49-F238E27FC236}">
                <a16:creationId xmlns:a16="http://schemas.microsoft.com/office/drawing/2014/main" id="{D1719910-8C5B-493C-86D3-C016C7C50C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" y="12700"/>
            <a:ext cx="12192000" cy="6858000"/>
          </a:xfrm>
          <a:prstGeom prst="rect">
            <a:avLst/>
          </a:prstGeom>
        </p:spPr>
      </p:pic>
      <p:grpSp>
        <p:nvGrpSpPr>
          <p:cNvPr id="63" name="组合 62">
            <a:extLst>
              <a:ext uri="{FF2B5EF4-FFF2-40B4-BE49-F238E27FC236}">
                <a16:creationId xmlns:a16="http://schemas.microsoft.com/office/drawing/2014/main" id="{D080D590-A4B1-4BC3-9394-FCBDBBA659CB}"/>
              </a:ext>
            </a:extLst>
          </p:cNvPr>
          <p:cNvGrpSpPr/>
          <p:nvPr/>
        </p:nvGrpSpPr>
        <p:grpSpPr>
          <a:xfrm>
            <a:off x="4154155" y="2767281"/>
            <a:ext cx="3883691" cy="1323439"/>
            <a:chOff x="4015709" y="2767281"/>
            <a:chExt cx="3883691" cy="132343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854C485-63DE-46FD-A178-1283155382EB}"/>
                </a:ext>
              </a:extLst>
            </p:cNvPr>
            <p:cNvSpPr txBox="1"/>
            <p:nvPr/>
          </p:nvSpPr>
          <p:spPr>
            <a:xfrm>
              <a:off x="4099139" y="2767281"/>
              <a:ext cx="3686656" cy="132343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en-US" altLang="zh-CN" sz="8000" i="1">
                  <a:solidFill>
                    <a:srgbClr val="2CC8B8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PyQt5</a:t>
              </a:r>
              <a:endParaRPr lang="zh-CN" altLang="en-US" sz="8000" i="1" dirty="0">
                <a:solidFill>
                  <a:srgbClr val="2CC8B8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39825AD-F3D9-4CA5-88CE-EBEB16C42250}"/>
                </a:ext>
              </a:extLst>
            </p:cNvPr>
            <p:cNvSpPr txBox="1"/>
            <p:nvPr/>
          </p:nvSpPr>
          <p:spPr>
            <a:xfrm>
              <a:off x="4015709" y="2767281"/>
              <a:ext cx="3686656" cy="132343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en-US" altLang="zh-CN" sz="8000" i="1">
                  <a:solidFill>
                    <a:srgbClr val="A1249B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PyQt5</a:t>
              </a:r>
              <a:endParaRPr lang="zh-CN" altLang="en-US" sz="8000" i="1" dirty="0">
                <a:solidFill>
                  <a:srgbClr val="A1249B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40C1F8BE-A5B1-4AAC-8E41-2820E58A072C}"/>
                </a:ext>
              </a:extLst>
            </p:cNvPr>
            <p:cNvSpPr/>
            <p:nvPr/>
          </p:nvSpPr>
          <p:spPr>
            <a:xfrm>
              <a:off x="4152900" y="3467100"/>
              <a:ext cx="1778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751E04E1-CBC4-4C7F-AB36-76AD9D5E9FE4}"/>
                </a:ext>
              </a:extLst>
            </p:cNvPr>
            <p:cNvSpPr/>
            <p:nvPr/>
          </p:nvSpPr>
          <p:spPr>
            <a:xfrm>
              <a:off x="4229100" y="37846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1991E8D7-1736-49CE-9371-766F48C4BF88}"/>
                </a:ext>
              </a:extLst>
            </p:cNvPr>
            <p:cNvSpPr/>
            <p:nvPr/>
          </p:nvSpPr>
          <p:spPr>
            <a:xfrm>
              <a:off x="4318000" y="31877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CBEAB050-6E45-445F-9ADD-7B2537E99538}"/>
                </a:ext>
              </a:extLst>
            </p:cNvPr>
            <p:cNvSpPr/>
            <p:nvPr/>
          </p:nvSpPr>
          <p:spPr>
            <a:xfrm>
              <a:off x="4445000" y="2908300"/>
              <a:ext cx="1524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CB42B35C-CCC6-48DB-BE7B-CCB33137735C}"/>
                </a:ext>
              </a:extLst>
            </p:cNvPr>
            <p:cNvSpPr/>
            <p:nvPr/>
          </p:nvSpPr>
          <p:spPr>
            <a:xfrm>
              <a:off x="4648200" y="38862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99FE07B3-A63F-442B-837F-220D9D3FD2C4}"/>
                </a:ext>
              </a:extLst>
            </p:cNvPr>
            <p:cNvSpPr/>
            <p:nvPr/>
          </p:nvSpPr>
          <p:spPr>
            <a:xfrm>
              <a:off x="4699000" y="31750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465EA807-AA8E-4591-B72E-BE11516F222B}"/>
                </a:ext>
              </a:extLst>
            </p:cNvPr>
            <p:cNvSpPr/>
            <p:nvPr/>
          </p:nvSpPr>
          <p:spPr>
            <a:xfrm>
              <a:off x="4889500" y="3619500"/>
              <a:ext cx="2032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BEB5D572-9506-458A-8B2D-7305FDD271D5}"/>
                </a:ext>
              </a:extLst>
            </p:cNvPr>
            <p:cNvSpPr/>
            <p:nvPr/>
          </p:nvSpPr>
          <p:spPr>
            <a:xfrm>
              <a:off x="4991100" y="3340100"/>
              <a:ext cx="1778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A5DA0952-99DE-403E-B04E-2BEC84B6360B}"/>
                </a:ext>
              </a:extLst>
            </p:cNvPr>
            <p:cNvSpPr/>
            <p:nvPr/>
          </p:nvSpPr>
          <p:spPr>
            <a:xfrm>
              <a:off x="5143500" y="31623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8587E57D-DFAF-46F9-97F9-9102A481ACFF}"/>
                </a:ext>
              </a:extLst>
            </p:cNvPr>
            <p:cNvSpPr/>
            <p:nvPr/>
          </p:nvSpPr>
          <p:spPr>
            <a:xfrm>
              <a:off x="5257800" y="3225800"/>
              <a:ext cx="2286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4182FC46-94CD-4AF6-A00F-19225371B1F3}"/>
                </a:ext>
              </a:extLst>
            </p:cNvPr>
            <p:cNvSpPr/>
            <p:nvPr/>
          </p:nvSpPr>
          <p:spPr>
            <a:xfrm>
              <a:off x="5321300" y="3441700"/>
              <a:ext cx="1524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EE03D0A4-164B-4F27-959F-E4431FE33816}"/>
                </a:ext>
              </a:extLst>
            </p:cNvPr>
            <p:cNvSpPr/>
            <p:nvPr/>
          </p:nvSpPr>
          <p:spPr>
            <a:xfrm>
              <a:off x="5511800" y="3289300"/>
              <a:ext cx="2286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FD66041B-6140-4D47-8E2E-77292151B103}"/>
                </a:ext>
              </a:extLst>
            </p:cNvPr>
            <p:cNvSpPr/>
            <p:nvPr/>
          </p:nvSpPr>
          <p:spPr>
            <a:xfrm>
              <a:off x="5588000" y="3378200"/>
              <a:ext cx="2286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7C13DA6C-296C-450C-BD38-811E9369777A}"/>
                </a:ext>
              </a:extLst>
            </p:cNvPr>
            <p:cNvSpPr/>
            <p:nvPr/>
          </p:nvSpPr>
          <p:spPr>
            <a:xfrm>
              <a:off x="5791200" y="3263900"/>
              <a:ext cx="2413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>
              <a:extLst>
                <a:ext uri="{FF2B5EF4-FFF2-40B4-BE49-F238E27FC236}">
                  <a16:creationId xmlns:a16="http://schemas.microsoft.com/office/drawing/2014/main" id="{29443061-4E82-49F8-ACC4-7F363ACDAC1D}"/>
                </a:ext>
              </a:extLst>
            </p:cNvPr>
            <p:cNvSpPr/>
            <p:nvPr/>
          </p:nvSpPr>
          <p:spPr>
            <a:xfrm>
              <a:off x="5880100" y="3860800"/>
              <a:ext cx="2413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>
              <a:extLst>
                <a:ext uri="{FF2B5EF4-FFF2-40B4-BE49-F238E27FC236}">
                  <a16:creationId xmlns:a16="http://schemas.microsoft.com/office/drawing/2014/main" id="{789EE327-54E2-45EB-874E-1079CFB6D57A}"/>
                </a:ext>
              </a:extLst>
            </p:cNvPr>
            <p:cNvSpPr/>
            <p:nvPr/>
          </p:nvSpPr>
          <p:spPr>
            <a:xfrm>
              <a:off x="6057900" y="35560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平行四边形 20">
              <a:extLst>
                <a:ext uri="{FF2B5EF4-FFF2-40B4-BE49-F238E27FC236}">
                  <a16:creationId xmlns:a16="http://schemas.microsoft.com/office/drawing/2014/main" id="{9E247855-F26E-4E29-A222-D95990DE0754}"/>
                </a:ext>
              </a:extLst>
            </p:cNvPr>
            <p:cNvSpPr/>
            <p:nvPr/>
          </p:nvSpPr>
          <p:spPr>
            <a:xfrm>
              <a:off x="6172200" y="3378200"/>
              <a:ext cx="127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9B061DE1-3148-4082-A7AE-A2D9B02E0E65}"/>
                </a:ext>
              </a:extLst>
            </p:cNvPr>
            <p:cNvSpPr/>
            <p:nvPr/>
          </p:nvSpPr>
          <p:spPr>
            <a:xfrm>
              <a:off x="6248400" y="29210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>
              <a:extLst>
                <a:ext uri="{FF2B5EF4-FFF2-40B4-BE49-F238E27FC236}">
                  <a16:creationId xmlns:a16="http://schemas.microsoft.com/office/drawing/2014/main" id="{CAC56E17-7157-4B6B-BB17-A12D0F67FF19}"/>
                </a:ext>
              </a:extLst>
            </p:cNvPr>
            <p:cNvSpPr/>
            <p:nvPr/>
          </p:nvSpPr>
          <p:spPr>
            <a:xfrm>
              <a:off x="6426200" y="3568700"/>
              <a:ext cx="1397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平行四边形 23">
              <a:extLst>
                <a:ext uri="{FF2B5EF4-FFF2-40B4-BE49-F238E27FC236}">
                  <a16:creationId xmlns:a16="http://schemas.microsoft.com/office/drawing/2014/main" id="{807CC520-3B8E-4D6A-AF48-EC11E25AB75A}"/>
                </a:ext>
              </a:extLst>
            </p:cNvPr>
            <p:cNvSpPr/>
            <p:nvPr/>
          </p:nvSpPr>
          <p:spPr>
            <a:xfrm>
              <a:off x="6565900" y="3594100"/>
              <a:ext cx="1651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平行四边形 24">
              <a:extLst>
                <a:ext uri="{FF2B5EF4-FFF2-40B4-BE49-F238E27FC236}">
                  <a16:creationId xmlns:a16="http://schemas.microsoft.com/office/drawing/2014/main" id="{02F46A71-B927-47A0-BD1D-996F87AB2D8C}"/>
                </a:ext>
              </a:extLst>
            </p:cNvPr>
            <p:cNvSpPr/>
            <p:nvPr/>
          </p:nvSpPr>
          <p:spPr>
            <a:xfrm>
              <a:off x="6629400" y="3530600"/>
              <a:ext cx="2413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>
              <a:extLst>
                <a:ext uri="{FF2B5EF4-FFF2-40B4-BE49-F238E27FC236}">
                  <a16:creationId xmlns:a16="http://schemas.microsoft.com/office/drawing/2014/main" id="{91702971-A39B-4710-838E-8CF640D6E789}"/>
                </a:ext>
              </a:extLst>
            </p:cNvPr>
            <p:cNvSpPr/>
            <p:nvPr/>
          </p:nvSpPr>
          <p:spPr>
            <a:xfrm>
              <a:off x="6819900" y="3416300"/>
              <a:ext cx="127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>
              <a:extLst>
                <a:ext uri="{FF2B5EF4-FFF2-40B4-BE49-F238E27FC236}">
                  <a16:creationId xmlns:a16="http://schemas.microsoft.com/office/drawing/2014/main" id="{13569498-70B6-4B52-BD21-33DD5363E4C4}"/>
                </a:ext>
              </a:extLst>
            </p:cNvPr>
            <p:cNvSpPr/>
            <p:nvPr/>
          </p:nvSpPr>
          <p:spPr>
            <a:xfrm>
              <a:off x="6858000" y="3314700"/>
              <a:ext cx="2159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32B48AB2-E3A5-4FFE-B203-23CA18CF701B}"/>
                </a:ext>
              </a:extLst>
            </p:cNvPr>
            <p:cNvSpPr/>
            <p:nvPr/>
          </p:nvSpPr>
          <p:spPr>
            <a:xfrm>
              <a:off x="7035800" y="31623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>
              <a:extLst>
                <a:ext uri="{FF2B5EF4-FFF2-40B4-BE49-F238E27FC236}">
                  <a16:creationId xmlns:a16="http://schemas.microsoft.com/office/drawing/2014/main" id="{A2CF5BD5-0773-4638-A0FE-48C6C417B01B}"/>
                </a:ext>
              </a:extLst>
            </p:cNvPr>
            <p:cNvSpPr/>
            <p:nvPr/>
          </p:nvSpPr>
          <p:spPr>
            <a:xfrm>
              <a:off x="7150100" y="3784600"/>
              <a:ext cx="254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id="{9DFDE698-B54E-488A-B8EB-115CCAFDA4E5}"/>
                </a:ext>
              </a:extLst>
            </p:cNvPr>
            <p:cNvSpPr/>
            <p:nvPr/>
          </p:nvSpPr>
          <p:spPr>
            <a:xfrm>
              <a:off x="7289800" y="29972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>
              <a:extLst>
                <a:ext uri="{FF2B5EF4-FFF2-40B4-BE49-F238E27FC236}">
                  <a16:creationId xmlns:a16="http://schemas.microsoft.com/office/drawing/2014/main" id="{D963CCE5-788F-4283-9E94-B88532E3C35C}"/>
                </a:ext>
              </a:extLst>
            </p:cNvPr>
            <p:cNvSpPr/>
            <p:nvPr/>
          </p:nvSpPr>
          <p:spPr>
            <a:xfrm>
              <a:off x="7404100" y="3771900"/>
              <a:ext cx="2032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>
              <a:extLst>
                <a:ext uri="{FF2B5EF4-FFF2-40B4-BE49-F238E27FC236}">
                  <a16:creationId xmlns:a16="http://schemas.microsoft.com/office/drawing/2014/main" id="{CBD3B3EE-1989-47CF-8E84-64390071F149}"/>
                </a:ext>
              </a:extLst>
            </p:cNvPr>
            <p:cNvSpPr/>
            <p:nvPr/>
          </p:nvSpPr>
          <p:spPr>
            <a:xfrm>
              <a:off x="7594600" y="36322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平行四边形 32">
              <a:extLst>
                <a:ext uri="{FF2B5EF4-FFF2-40B4-BE49-F238E27FC236}">
                  <a16:creationId xmlns:a16="http://schemas.microsoft.com/office/drawing/2014/main" id="{6EE004E7-BB0D-42FC-B137-93FDD6C455B1}"/>
                </a:ext>
              </a:extLst>
            </p:cNvPr>
            <p:cNvSpPr/>
            <p:nvPr/>
          </p:nvSpPr>
          <p:spPr>
            <a:xfrm>
              <a:off x="7645400" y="3594100"/>
              <a:ext cx="254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2ECB4A37-4FC2-4739-991A-8CFA3D6EE4AD}"/>
                </a:ext>
              </a:extLst>
            </p:cNvPr>
            <p:cNvSpPr/>
            <p:nvPr/>
          </p:nvSpPr>
          <p:spPr>
            <a:xfrm>
              <a:off x="4165600" y="30734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平行四边形 34">
              <a:extLst>
                <a:ext uri="{FF2B5EF4-FFF2-40B4-BE49-F238E27FC236}">
                  <a16:creationId xmlns:a16="http://schemas.microsoft.com/office/drawing/2014/main" id="{B193179A-36BC-4F10-B9A0-824698288CB3}"/>
                </a:ext>
              </a:extLst>
            </p:cNvPr>
            <p:cNvSpPr/>
            <p:nvPr/>
          </p:nvSpPr>
          <p:spPr>
            <a:xfrm>
              <a:off x="4216400" y="31115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19FAA9E6-60B9-4BEA-B05F-644F1F593C1A}"/>
                </a:ext>
              </a:extLst>
            </p:cNvPr>
            <p:cNvSpPr/>
            <p:nvPr/>
          </p:nvSpPr>
          <p:spPr>
            <a:xfrm>
              <a:off x="4381500" y="36068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平行四边形 36">
              <a:extLst>
                <a:ext uri="{FF2B5EF4-FFF2-40B4-BE49-F238E27FC236}">
                  <a16:creationId xmlns:a16="http://schemas.microsoft.com/office/drawing/2014/main" id="{45914669-3DDC-4F68-B629-2A8C2420EDCC}"/>
                </a:ext>
              </a:extLst>
            </p:cNvPr>
            <p:cNvSpPr/>
            <p:nvPr/>
          </p:nvSpPr>
          <p:spPr>
            <a:xfrm>
              <a:off x="4457700" y="28956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>
              <a:extLst>
                <a:ext uri="{FF2B5EF4-FFF2-40B4-BE49-F238E27FC236}">
                  <a16:creationId xmlns:a16="http://schemas.microsoft.com/office/drawing/2014/main" id="{96302E76-DCBC-4237-8F72-DF7059E9C13B}"/>
                </a:ext>
              </a:extLst>
            </p:cNvPr>
            <p:cNvSpPr/>
            <p:nvPr/>
          </p:nvSpPr>
          <p:spPr>
            <a:xfrm>
              <a:off x="4597400" y="37973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>
              <a:extLst>
                <a:ext uri="{FF2B5EF4-FFF2-40B4-BE49-F238E27FC236}">
                  <a16:creationId xmlns:a16="http://schemas.microsoft.com/office/drawing/2014/main" id="{B7D7895F-C03A-435C-B505-3883E5DB86EC}"/>
                </a:ext>
              </a:extLst>
            </p:cNvPr>
            <p:cNvSpPr/>
            <p:nvPr/>
          </p:nvSpPr>
          <p:spPr>
            <a:xfrm>
              <a:off x="4737100" y="38481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EF69F9A3-6FDE-4B33-8741-18DB1418E81B}"/>
                </a:ext>
              </a:extLst>
            </p:cNvPr>
            <p:cNvSpPr/>
            <p:nvPr/>
          </p:nvSpPr>
          <p:spPr>
            <a:xfrm>
              <a:off x="4838700" y="30353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平行四边形 40">
              <a:extLst>
                <a:ext uri="{FF2B5EF4-FFF2-40B4-BE49-F238E27FC236}">
                  <a16:creationId xmlns:a16="http://schemas.microsoft.com/office/drawing/2014/main" id="{589B977F-C6B5-4C2F-96B6-CA7D41D7707A}"/>
                </a:ext>
              </a:extLst>
            </p:cNvPr>
            <p:cNvSpPr/>
            <p:nvPr/>
          </p:nvSpPr>
          <p:spPr>
            <a:xfrm>
              <a:off x="4940300" y="38100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平行四边形 41">
              <a:extLst>
                <a:ext uri="{FF2B5EF4-FFF2-40B4-BE49-F238E27FC236}">
                  <a16:creationId xmlns:a16="http://schemas.microsoft.com/office/drawing/2014/main" id="{D387CCA8-217C-47F4-99BA-BA651095BBFE}"/>
                </a:ext>
              </a:extLst>
            </p:cNvPr>
            <p:cNvSpPr/>
            <p:nvPr/>
          </p:nvSpPr>
          <p:spPr>
            <a:xfrm>
              <a:off x="5143500" y="30353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平行四边形 42">
              <a:extLst>
                <a:ext uri="{FF2B5EF4-FFF2-40B4-BE49-F238E27FC236}">
                  <a16:creationId xmlns:a16="http://schemas.microsoft.com/office/drawing/2014/main" id="{403B4ECC-4801-4C7A-B337-0606A607A405}"/>
                </a:ext>
              </a:extLst>
            </p:cNvPr>
            <p:cNvSpPr/>
            <p:nvPr/>
          </p:nvSpPr>
          <p:spPr>
            <a:xfrm>
              <a:off x="5245100" y="38862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02FF048C-41FA-4D98-8B06-BEF3E938925C}"/>
                </a:ext>
              </a:extLst>
            </p:cNvPr>
            <p:cNvSpPr/>
            <p:nvPr/>
          </p:nvSpPr>
          <p:spPr>
            <a:xfrm>
              <a:off x="5346700" y="38989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平行四边形 44">
              <a:extLst>
                <a:ext uri="{FF2B5EF4-FFF2-40B4-BE49-F238E27FC236}">
                  <a16:creationId xmlns:a16="http://schemas.microsoft.com/office/drawing/2014/main" id="{976ADA07-815F-4D86-A167-7D307BCAEE12}"/>
                </a:ext>
              </a:extLst>
            </p:cNvPr>
            <p:cNvSpPr/>
            <p:nvPr/>
          </p:nvSpPr>
          <p:spPr>
            <a:xfrm>
              <a:off x="5448300" y="34798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A26A3A4F-74E3-4461-B9C4-24503B9A09BF}"/>
                </a:ext>
              </a:extLst>
            </p:cNvPr>
            <p:cNvSpPr/>
            <p:nvPr/>
          </p:nvSpPr>
          <p:spPr>
            <a:xfrm>
              <a:off x="5588000" y="3060700"/>
              <a:ext cx="2159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平行四边形 46">
              <a:extLst>
                <a:ext uri="{FF2B5EF4-FFF2-40B4-BE49-F238E27FC236}">
                  <a16:creationId xmlns:a16="http://schemas.microsoft.com/office/drawing/2014/main" id="{A94CC419-C578-4E98-A12D-A58BC1A88801}"/>
                </a:ext>
              </a:extLst>
            </p:cNvPr>
            <p:cNvSpPr/>
            <p:nvPr/>
          </p:nvSpPr>
          <p:spPr>
            <a:xfrm>
              <a:off x="5727700" y="29591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平行四边形 47">
              <a:extLst>
                <a:ext uri="{FF2B5EF4-FFF2-40B4-BE49-F238E27FC236}">
                  <a16:creationId xmlns:a16="http://schemas.microsoft.com/office/drawing/2014/main" id="{ADF90E38-7CA8-4FB4-9C78-989650A45F62}"/>
                </a:ext>
              </a:extLst>
            </p:cNvPr>
            <p:cNvSpPr/>
            <p:nvPr/>
          </p:nvSpPr>
          <p:spPr>
            <a:xfrm>
              <a:off x="5829300" y="39497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平行四边形 48">
              <a:extLst>
                <a:ext uri="{FF2B5EF4-FFF2-40B4-BE49-F238E27FC236}">
                  <a16:creationId xmlns:a16="http://schemas.microsoft.com/office/drawing/2014/main" id="{F7824C97-2145-4D53-8494-EC6D26324D80}"/>
                </a:ext>
              </a:extLst>
            </p:cNvPr>
            <p:cNvSpPr/>
            <p:nvPr/>
          </p:nvSpPr>
          <p:spPr>
            <a:xfrm>
              <a:off x="5969000" y="39243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B389D513-E705-482E-B403-2C1320B68735}"/>
                </a:ext>
              </a:extLst>
            </p:cNvPr>
            <p:cNvSpPr/>
            <p:nvPr/>
          </p:nvSpPr>
          <p:spPr>
            <a:xfrm>
              <a:off x="6083300" y="31877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平行四边形 50">
              <a:extLst>
                <a:ext uri="{FF2B5EF4-FFF2-40B4-BE49-F238E27FC236}">
                  <a16:creationId xmlns:a16="http://schemas.microsoft.com/office/drawing/2014/main" id="{4594E77C-EB2A-4BAE-9E1C-CF2E2A90D8CC}"/>
                </a:ext>
              </a:extLst>
            </p:cNvPr>
            <p:cNvSpPr/>
            <p:nvPr/>
          </p:nvSpPr>
          <p:spPr>
            <a:xfrm>
              <a:off x="6324600" y="37592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平行四边形 51">
              <a:extLst>
                <a:ext uri="{FF2B5EF4-FFF2-40B4-BE49-F238E27FC236}">
                  <a16:creationId xmlns:a16="http://schemas.microsoft.com/office/drawing/2014/main" id="{1418844A-E013-4134-A1CB-298DAA414591}"/>
                </a:ext>
              </a:extLst>
            </p:cNvPr>
            <p:cNvSpPr/>
            <p:nvPr/>
          </p:nvSpPr>
          <p:spPr>
            <a:xfrm>
              <a:off x="6337300" y="3860800"/>
              <a:ext cx="127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平行四边形 52">
              <a:extLst>
                <a:ext uri="{FF2B5EF4-FFF2-40B4-BE49-F238E27FC236}">
                  <a16:creationId xmlns:a16="http://schemas.microsoft.com/office/drawing/2014/main" id="{84B0C196-141B-46B9-B1C1-3BD2B32E6B67}"/>
                </a:ext>
              </a:extLst>
            </p:cNvPr>
            <p:cNvSpPr/>
            <p:nvPr/>
          </p:nvSpPr>
          <p:spPr>
            <a:xfrm>
              <a:off x="6515100" y="32766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平行四边形 53">
              <a:extLst>
                <a:ext uri="{FF2B5EF4-FFF2-40B4-BE49-F238E27FC236}">
                  <a16:creationId xmlns:a16="http://schemas.microsoft.com/office/drawing/2014/main" id="{085157E2-EAF2-44FE-8D7A-8DA5BC742E69}"/>
                </a:ext>
              </a:extLst>
            </p:cNvPr>
            <p:cNvSpPr/>
            <p:nvPr/>
          </p:nvSpPr>
          <p:spPr>
            <a:xfrm>
              <a:off x="6654800" y="35179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平行四边形 54">
              <a:extLst>
                <a:ext uri="{FF2B5EF4-FFF2-40B4-BE49-F238E27FC236}">
                  <a16:creationId xmlns:a16="http://schemas.microsoft.com/office/drawing/2014/main" id="{53C2846F-D0E9-4928-A92F-781E0499A1AA}"/>
                </a:ext>
              </a:extLst>
            </p:cNvPr>
            <p:cNvSpPr/>
            <p:nvPr/>
          </p:nvSpPr>
          <p:spPr>
            <a:xfrm>
              <a:off x="6731000" y="34417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平行四边形 55">
              <a:extLst>
                <a:ext uri="{FF2B5EF4-FFF2-40B4-BE49-F238E27FC236}">
                  <a16:creationId xmlns:a16="http://schemas.microsoft.com/office/drawing/2014/main" id="{7AD35134-0C48-47FF-95B5-C852F5C5690F}"/>
                </a:ext>
              </a:extLst>
            </p:cNvPr>
            <p:cNvSpPr/>
            <p:nvPr/>
          </p:nvSpPr>
          <p:spPr>
            <a:xfrm>
              <a:off x="6921500" y="30734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平行四边形 56">
              <a:extLst>
                <a:ext uri="{FF2B5EF4-FFF2-40B4-BE49-F238E27FC236}">
                  <a16:creationId xmlns:a16="http://schemas.microsoft.com/office/drawing/2014/main" id="{F8A7BDDF-EC53-48C2-8256-2C26C9B4862B}"/>
                </a:ext>
              </a:extLst>
            </p:cNvPr>
            <p:cNvSpPr/>
            <p:nvPr/>
          </p:nvSpPr>
          <p:spPr>
            <a:xfrm>
              <a:off x="7061200" y="36703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平行四边形 57">
              <a:extLst>
                <a:ext uri="{FF2B5EF4-FFF2-40B4-BE49-F238E27FC236}">
                  <a16:creationId xmlns:a16="http://schemas.microsoft.com/office/drawing/2014/main" id="{EE8A757B-B7EE-4BDC-A851-8A31823698C3}"/>
                </a:ext>
              </a:extLst>
            </p:cNvPr>
            <p:cNvSpPr/>
            <p:nvPr/>
          </p:nvSpPr>
          <p:spPr>
            <a:xfrm>
              <a:off x="7112000" y="32004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平行四边形 58">
              <a:extLst>
                <a:ext uri="{FF2B5EF4-FFF2-40B4-BE49-F238E27FC236}">
                  <a16:creationId xmlns:a16="http://schemas.microsoft.com/office/drawing/2014/main" id="{3332A41F-EBB1-49A0-9D86-4651CA61132E}"/>
                </a:ext>
              </a:extLst>
            </p:cNvPr>
            <p:cNvSpPr/>
            <p:nvPr/>
          </p:nvSpPr>
          <p:spPr>
            <a:xfrm>
              <a:off x="7289800" y="34798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平行四边形 59">
              <a:extLst>
                <a:ext uri="{FF2B5EF4-FFF2-40B4-BE49-F238E27FC236}">
                  <a16:creationId xmlns:a16="http://schemas.microsoft.com/office/drawing/2014/main" id="{3EB8B3EF-18AE-47E2-B2BB-A0BF123F6BAA}"/>
                </a:ext>
              </a:extLst>
            </p:cNvPr>
            <p:cNvSpPr/>
            <p:nvPr/>
          </p:nvSpPr>
          <p:spPr>
            <a:xfrm>
              <a:off x="7454900" y="3632200"/>
              <a:ext cx="2286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平行四边形 60">
              <a:extLst>
                <a:ext uri="{FF2B5EF4-FFF2-40B4-BE49-F238E27FC236}">
                  <a16:creationId xmlns:a16="http://schemas.microsoft.com/office/drawing/2014/main" id="{5334D719-F5A6-4435-9FB1-0D8AEAED6562}"/>
                </a:ext>
              </a:extLst>
            </p:cNvPr>
            <p:cNvSpPr/>
            <p:nvPr/>
          </p:nvSpPr>
          <p:spPr>
            <a:xfrm>
              <a:off x="7480300" y="30607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平行四边形 61">
              <a:extLst>
                <a:ext uri="{FF2B5EF4-FFF2-40B4-BE49-F238E27FC236}">
                  <a16:creationId xmlns:a16="http://schemas.microsoft.com/office/drawing/2014/main" id="{9D8D03F6-4854-474C-AEE8-5508721D5384}"/>
                </a:ext>
              </a:extLst>
            </p:cNvPr>
            <p:cNvSpPr/>
            <p:nvPr/>
          </p:nvSpPr>
          <p:spPr>
            <a:xfrm>
              <a:off x="7632700" y="2946400"/>
              <a:ext cx="1651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4D404B7-F236-4C61-A36B-0947FF5C1840}"/>
                </a:ext>
              </a:extLst>
            </p:cNvPr>
            <p:cNvSpPr txBox="1"/>
            <p:nvPr/>
          </p:nvSpPr>
          <p:spPr>
            <a:xfrm>
              <a:off x="4057424" y="2767281"/>
              <a:ext cx="3686656" cy="132343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en-US" altLang="zh-CN" sz="8000" i="1">
                  <a:solidFill>
                    <a:srgbClr val="FFFFFF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PyQt5</a:t>
              </a:r>
              <a:endParaRPr lang="zh-CN" altLang="en-US" sz="8000" i="1" dirty="0">
                <a:solidFill>
                  <a:srgbClr val="FFFFFF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E9E2C4F4-7371-4855-A5B4-2E33F2708A4E}"/>
              </a:ext>
            </a:extLst>
          </p:cNvPr>
          <p:cNvSpPr txBox="1"/>
          <p:nvPr/>
        </p:nvSpPr>
        <p:spPr>
          <a:xfrm>
            <a:off x="2974751" y="4037839"/>
            <a:ext cx="5935432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effectLst/>
                <a:ea typeface="Microsoft YaHei" panose="020B0503020204020204" pitchFamily="34" charset="-122"/>
              </a:rPr>
              <a:t>Lorem ipsum dolor sit amet, consectetuer adipiscing elit. Maecenas porttitor congue massa. Fusce posuere, magna</a:t>
            </a:r>
            <a:endParaRPr lang="en-US" altLang="zh-CN" dirty="0">
              <a:solidFill>
                <a:schemeClr val="bg1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266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1AFC48-95EF-467D-BCCF-89C3BC8A9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24" y="452438"/>
            <a:ext cx="5248275" cy="5953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457D3A-B542-446E-9EA0-4237C6599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149" y="442913"/>
            <a:ext cx="524827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4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>
            <a:extLst>
              <a:ext uri="{FF2B5EF4-FFF2-40B4-BE49-F238E27FC236}">
                <a16:creationId xmlns:a16="http://schemas.microsoft.com/office/drawing/2014/main" id="{267EC55B-0E86-42A4-A30E-6AE1E21F0F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3" name="组合 62">
            <a:extLst>
              <a:ext uri="{FF2B5EF4-FFF2-40B4-BE49-F238E27FC236}">
                <a16:creationId xmlns:a16="http://schemas.microsoft.com/office/drawing/2014/main" id="{AA0A8A1C-5EA5-47DF-8CB7-5CD583597B0D}"/>
              </a:ext>
            </a:extLst>
          </p:cNvPr>
          <p:cNvGrpSpPr/>
          <p:nvPr/>
        </p:nvGrpSpPr>
        <p:grpSpPr>
          <a:xfrm>
            <a:off x="3122265" y="3195298"/>
            <a:ext cx="5787918" cy="2554545"/>
            <a:chOff x="4015709" y="2767281"/>
            <a:chExt cx="3845591" cy="2554545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621163C-2FBC-4866-8AAB-E7A70C4A06AC}"/>
                </a:ext>
              </a:extLst>
            </p:cNvPr>
            <p:cNvSpPr txBox="1"/>
            <p:nvPr/>
          </p:nvSpPr>
          <p:spPr>
            <a:xfrm>
              <a:off x="4099139" y="2767281"/>
              <a:ext cx="3686656" cy="255454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zh-CN" altLang="en-US" sz="8000" i="1">
                  <a:solidFill>
                    <a:srgbClr val="2CC8B8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常见控件</a:t>
              </a:r>
              <a:endParaRPr lang="zh-CN" altLang="en-US" sz="8000" i="1" dirty="0">
                <a:solidFill>
                  <a:srgbClr val="2CC8B8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8127956-E009-49D0-933A-D6ABAE30E182}"/>
                </a:ext>
              </a:extLst>
            </p:cNvPr>
            <p:cNvSpPr txBox="1"/>
            <p:nvPr/>
          </p:nvSpPr>
          <p:spPr>
            <a:xfrm>
              <a:off x="4015709" y="2767281"/>
              <a:ext cx="3686656" cy="255454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zh-CN" altLang="en-US" sz="8000" i="1">
                  <a:solidFill>
                    <a:srgbClr val="A1249B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常见控件</a:t>
              </a:r>
              <a:endParaRPr lang="zh-CN" altLang="en-US" sz="8000" i="1" dirty="0">
                <a:solidFill>
                  <a:srgbClr val="A1249B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02D67A9D-5DF1-44BD-9D04-3AB890C40EA0}"/>
                </a:ext>
              </a:extLst>
            </p:cNvPr>
            <p:cNvSpPr/>
            <p:nvPr/>
          </p:nvSpPr>
          <p:spPr>
            <a:xfrm>
              <a:off x="4102100" y="3708400"/>
              <a:ext cx="2286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41C3AC97-50EF-4EE8-AFE4-EA66400D37A2}"/>
                </a:ext>
              </a:extLst>
            </p:cNvPr>
            <p:cNvSpPr/>
            <p:nvPr/>
          </p:nvSpPr>
          <p:spPr>
            <a:xfrm>
              <a:off x="4267200" y="4660900"/>
              <a:ext cx="1270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48FFEF86-5DCF-4EFC-A547-23EA4790E374}"/>
                </a:ext>
              </a:extLst>
            </p:cNvPr>
            <p:cNvSpPr/>
            <p:nvPr/>
          </p:nvSpPr>
          <p:spPr>
            <a:xfrm>
              <a:off x="4394200" y="3200400"/>
              <a:ext cx="2413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214CE667-ACEA-46C6-9250-298E42E2508F}"/>
                </a:ext>
              </a:extLst>
            </p:cNvPr>
            <p:cNvSpPr/>
            <p:nvPr/>
          </p:nvSpPr>
          <p:spPr>
            <a:xfrm>
              <a:off x="4470400" y="3695700"/>
              <a:ext cx="1651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9BF85AE9-723C-47B2-BD0A-1A03895B7A2E}"/>
                </a:ext>
              </a:extLst>
            </p:cNvPr>
            <p:cNvSpPr/>
            <p:nvPr/>
          </p:nvSpPr>
          <p:spPr>
            <a:xfrm>
              <a:off x="4559300" y="3581400"/>
              <a:ext cx="2286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81F5115B-C33A-44BB-BA89-B72654619484}"/>
                </a:ext>
              </a:extLst>
            </p:cNvPr>
            <p:cNvSpPr/>
            <p:nvPr/>
          </p:nvSpPr>
          <p:spPr>
            <a:xfrm>
              <a:off x="4711700" y="3429000"/>
              <a:ext cx="1397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ED2FE5A9-8DA7-4834-BE80-E1FA58503665}"/>
                </a:ext>
              </a:extLst>
            </p:cNvPr>
            <p:cNvSpPr/>
            <p:nvPr/>
          </p:nvSpPr>
          <p:spPr>
            <a:xfrm>
              <a:off x="4838700" y="3429000"/>
              <a:ext cx="1397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34B89D9-8EC7-40C8-ADFB-4A243E273BD0}"/>
                </a:ext>
              </a:extLst>
            </p:cNvPr>
            <p:cNvSpPr/>
            <p:nvPr/>
          </p:nvSpPr>
          <p:spPr>
            <a:xfrm>
              <a:off x="4953000" y="4165600"/>
              <a:ext cx="1778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E59D5662-F4A8-4435-9A4C-CA44F440EEC7}"/>
                </a:ext>
              </a:extLst>
            </p:cNvPr>
            <p:cNvSpPr/>
            <p:nvPr/>
          </p:nvSpPr>
          <p:spPr>
            <a:xfrm>
              <a:off x="5143500" y="3835400"/>
              <a:ext cx="2413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C1CE7CBD-41D6-438D-A815-DA0BD428047B}"/>
                </a:ext>
              </a:extLst>
            </p:cNvPr>
            <p:cNvSpPr/>
            <p:nvPr/>
          </p:nvSpPr>
          <p:spPr>
            <a:xfrm>
              <a:off x="5219700" y="3390900"/>
              <a:ext cx="1397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17666EF1-94EA-4C4C-AD11-982B42CCC662}"/>
                </a:ext>
              </a:extLst>
            </p:cNvPr>
            <p:cNvSpPr/>
            <p:nvPr/>
          </p:nvSpPr>
          <p:spPr>
            <a:xfrm>
              <a:off x="5334000" y="46228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2C291688-97F9-406C-9D2F-BD0403B4F5F3}"/>
                </a:ext>
              </a:extLst>
            </p:cNvPr>
            <p:cNvSpPr/>
            <p:nvPr/>
          </p:nvSpPr>
          <p:spPr>
            <a:xfrm>
              <a:off x="5486400" y="49403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70C39856-98AA-4E83-A4C5-18223CB90A8C}"/>
                </a:ext>
              </a:extLst>
            </p:cNvPr>
            <p:cNvSpPr/>
            <p:nvPr/>
          </p:nvSpPr>
          <p:spPr>
            <a:xfrm>
              <a:off x="5689600" y="4470400"/>
              <a:ext cx="1651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719C810E-2BA6-4213-95F4-2247F18EB903}"/>
                </a:ext>
              </a:extLst>
            </p:cNvPr>
            <p:cNvSpPr/>
            <p:nvPr/>
          </p:nvSpPr>
          <p:spPr>
            <a:xfrm>
              <a:off x="5702300" y="44069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>
              <a:extLst>
                <a:ext uri="{FF2B5EF4-FFF2-40B4-BE49-F238E27FC236}">
                  <a16:creationId xmlns:a16="http://schemas.microsoft.com/office/drawing/2014/main" id="{E27498E6-09F0-4DF1-90A2-4F35505F7D60}"/>
                </a:ext>
              </a:extLst>
            </p:cNvPr>
            <p:cNvSpPr/>
            <p:nvPr/>
          </p:nvSpPr>
          <p:spPr>
            <a:xfrm>
              <a:off x="5905500" y="4406900"/>
              <a:ext cx="1524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>
              <a:extLst>
                <a:ext uri="{FF2B5EF4-FFF2-40B4-BE49-F238E27FC236}">
                  <a16:creationId xmlns:a16="http://schemas.microsoft.com/office/drawing/2014/main" id="{2AEDE694-95B8-4683-900A-77DD5B2EC3E6}"/>
                </a:ext>
              </a:extLst>
            </p:cNvPr>
            <p:cNvSpPr/>
            <p:nvPr/>
          </p:nvSpPr>
          <p:spPr>
            <a:xfrm>
              <a:off x="5994400" y="3822700"/>
              <a:ext cx="254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平行四边形 20">
              <a:extLst>
                <a:ext uri="{FF2B5EF4-FFF2-40B4-BE49-F238E27FC236}">
                  <a16:creationId xmlns:a16="http://schemas.microsoft.com/office/drawing/2014/main" id="{1946FEEA-DE18-481C-BB76-5123223E888D}"/>
                </a:ext>
              </a:extLst>
            </p:cNvPr>
            <p:cNvSpPr/>
            <p:nvPr/>
          </p:nvSpPr>
          <p:spPr>
            <a:xfrm>
              <a:off x="6096000" y="4191000"/>
              <a:ext cx="1905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8CF3CA22-8A88-46C8-9E3D-BC944FC1294D}"/>
                </a:ext>
              </a:extLst>
            </p:cNvPr>
            <p:cNvSpPr/>
            <p:nvPr/>
          </p:nvSpPr>
          <p:spPr>
            <a:xfrm>
              <a:off x="6286500" y="39370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>
              <a:extLst>
                <a:ext uri="{FF2B5EF4-FFF2-40B4-BE49-F238E27FC236}">
                  <a16:creationId xmlns:a16="http://schemas.microsoft.com/office/drawing/2014/main" id="{25F9A1C6-D40B-417A-9607-A5FEC16725C2}"/>
                </a:ext>
              </a:extLst>
            </p:cNvPr>
            <p:cNvSpPr/>
            <p:nvPr/>
          </p:nvSpPr>
          <p:spPr>
            <a:xfrm>
              <a:off x="6362700" y="4051300"/>
              <a:ext cx="1651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平行四边形 23">
              <a:extLst>
                <a:ext uri="{FF2B5EF4-FFF2-40B4-BE49-F238E27FC236}">
                  <a16:creationId xmlns:a16="http://schemas.microsoft.com/office/drawing/2014/main" id="{69D84147-D4AD-4767-A779-1F6904635503}"/>
                </a:ext>
              </a:extLst>
            </p:cNvPr>
            <p:cNvSpPr/>
            <p:nvPr/>
          </p:nvSpPr>
          <p:spPr>
            <a:xfrm>
              <a:off x="6553200" y="33020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平行四边形 24">
              <a:extLst>
                <a:ext uri="{FF2B5EF4-FFF2-40B4-BE49-F238E27FC236}">
                  <a16:creationId xmlns:a16="http://schemas.microsoft.com/office/drawing/2014/main" id="{6D926110-DFFA-44E3-8636-59EFECE18FBF}"/>
                </a:ext>
              </a:extLst>
            </p:cNvPr>
            <p:cNvSpPr/>
            <p:nvPr/>
          </p:nvSpPr>
          <p:spPr>
            <a:xfrm>
              <a:off x="6591300" y="37592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>
              <a:extLst>
                <a:ext uri="{FF2B5EF4-FFF2-40B4-BE49-F238E27FC236}">
                  <a16:creationId xmlns:a16="http://schemas.microsoft.com/office/drawing/2014/main" id="{A6911655-C42A-4311-AFFE-B0B784F09A56}"/>
                </a:ext>
              </a:extLst>
            </p:cNvPr>
            <p:cNvSpPr/>
            <p:nvPr/>
          </p:nvSpPr>
          <p:spPr>
            <a:xfrm>
              <a:off x="6794500" y="46101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>
              <a:extLst>
                <a:ext uri="{FF2B5EF4-FFF2-40B4-BE49-F238E27FC236}">
                  <a16:creationId xmlns:a16="http://schemas.microsoft.com/office/drawing/2014/main" id="{23B82453-D9EB-4783-A306-677C815C2598}"/>
                </a:ext>
              </a:extLst>
            </p:cNvPr>
            <p:cNvSpPr/>
            <p:nvPr/>
          </p:nvSpPr>
          <p:spPr>
            <a:xfrm>
              <a:off x="6946900" y="5130800"/>
              <a:ext cx="1905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8E47771A-FE4F-41AB-A347-901B7655B15C}"/>
                </a:ext>
              </a:extLst>
            </p:cNvPr>
            <p:cNvSpPr/>
            <p:nvPr/>
          </p:nvSpPr>
          <p:spPr>
            <a:xfrm>
              <a:off x="7086600" y="3048000"/>
              <a:ext cx="2286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>
              <a:extLst>
                <a:ext uri="{FF2B5EF4-FFF2-40B4-BE49-F238E27FC236}">
                  <a16:creationId xmlns:a16="http://schemas.microsoft.com/office/drawing/2014/main" id="{282037E1-E8CC-4A78-9452-AF355724DCAD}"/>
                </a:ext>
              </a:extLst>
            </p:cNvPr>
            <p:cNvSpPr/>
            <p:nvPr/>
          </p:nvSpPr>
          <p:spPr>
            <a:xfrm>
              <a:off x="7137400" y="4813300"/>
              <a:ext cx="1651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id="{D1B7E5E1-D807-4741-8624-6832FDE376AB}"/>
                </a:ext>
              </a:extLst>
            </p:cNvPr>
            <p:cNvSpPr/>
            <p:nvPr/>
          </p:nvSpPr>
          <p:spPr>
            <a:xfrm>
              <a:off x="7251700" y="45212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>
              <a:extLst>
                <a:ext uri="{FF2B5EF4-FFF2-40B4-BE49-F238E27FC236}">
                  <a16:creationId xmlns:a16="http://schemas.microsoft.com/office/drawing/2014/main" id="{FDDB3B34-50A9-4C41-87DB-CFBB2F90D3F1}"/>
                </a:ext>
              </a:extLst>
            </p:cNvPr>
            <p:cNvSpPr/>
            <p:nvPr/>
          </p:nvSpPr>
          <p:spPr>
            <a:xfrm>
              <a:off x="7467600" y="35560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>
              <a:extLst>
                <a:ext uri="{FF2B5EF4-FFF2-40B4-BE49-F238E27FC236}">
                  <a16:creationId xmlns:a16="http://schemas.microsoft.com/office/drawing/2014/main" id="{3A4EBC0C-842D-4B56-9E40-0A8B1F033D5F}"/>
                </a:ext>
              </a:extLst>
            </p:cNvPr>
            <p:cNvSpPr/>
            <p:nvPr/>
          </p:nvSpPr>
          <p:spPr>
            <a:xfrm>
              <a:off x="7480300" y="4267200"/>
              <a:ext cx="1905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平行四边形 32">
              <a:extLst>
                <a:ext uri="{FF2B5EF4-FFF2-40B4-BE49-F238E27FC236}">
                  <a16:creationId xmlns:a16="http://schemas.microsoft.com/office/drawing/2014/main" id="{3D5A6A9E-C1E7-41BD-8340-26C7EDA89868}"/>
                </a:ext>
              </a:extLst>
            </p:cNvPr>
            <p:cNvSpPr/>
            <p:nvPr/>
          </p:nvSpPr>
          <p:spPr>
            <a:xfrm>
              <a:off x="7632700" y="3213100"/>
              <a:ext cx="2286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F72D1F93-0434-47C8-BCC4-1392CBDFC49E}"/>
                </a:ext>
              </a:extLst>
            </p:cNvPr>
            <p:cNvSpPr/>
            <p:nvPr/>
          </p:nvSpPr>
          <p:spPr>
            <a:xfrm>
              <a:off x="4089400" y="46736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平行四边形 34">
              <a:extLst>
                <a:ext uri="{FF2B5EF4-FFF2-40B4-BE49-F238E27FC236}">
                  <a16:creationId xmlns:a16="http://schemas.microsoft.com/office/drawing/2014/main" id="{1FB9F83A-6C73-4A4C-8ED8-12A5BF03B653}"/>
                </a:ext>
              </a:extLst>
            </p:cNvPr>
            <p:cNvSpPr/>
            <p:nvPr/>
          </p:nvSpPr>
          <p:spPr>
            <a:xfrm>
              <a:off x="4241800" y="2959100"/>
              <a:ext cx="127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185CBD89-58AB-46DD-AB66-A27B3DB8F560}"/>
                </a:ext>
              </a:extLst>
            </p:cNvPr>
            <p:cNvSpPr/>
            <p:nvPr/>
          </p:nvSpPr>
          <p:spPr>
            <a:xfrm>
              <a:off x="4406900" y="5156200"/>
              <a:ext cx="127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平行四边形 36">
              <a:extLst>
                <a:ext uri="{FF2B5EF4-FFF2-40B4-BE49-F238E27FC236}">
                  <a16:creationId xmlns:a16="http://schemas.microsoft.com/office/drawing/2014/main" id="{25C0225D-A2E3-4E26-8FA8-A9F22AF26EE9}"/>
                </a:ext>
              </a:extLst>
            </p:cNvPr>
            <p:cNvSpPr/>
            <p:nvPr/>
          </p:nvSpPr>
          <p:spPr>
            <a:xfrm>
              <a:off x="4483100" y="38862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>
              <a:extLst>
                <a:ext uri="{FF2B5EF4-FFF2-40B4-BE49-F238E27FC236}">
                  <a16:creationId xmlns:a16="http://schemas.microsoft.com/office/drawing/2014/main" id="{A5B66763-1F84-4171-8EF9-39B82BE221F2}"/>
                </a:ext>
              </a:extLst>
            </p:cNvPr>
            <p:cNvSpPr/>
            <p:nvPr/>
          </p:nvSpPr>
          <p:spPr>
            <a:xfrm>
              <a:off x="4648200" y="4622800"/>
              <a:ext cx="2159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>
              <a:extLst>
                <a:ext uri="{FF2B5EF4-FFF2-40B4-BE49-F238E27FC236}">
                  <a16:creationId xmlns:a16="http://schemas.microsoft.com/office/drawing/2014/main" id="{8BA55368-FDB4-4656-BCD2-E075AA23216B}"/>
                </a:ext>
              </a:extLst>
            </p:cNvPr>
            <p:cNvSpPr/>
            <p:nvPr/>
          </p:nvSpPr>
          <p:spPr>
            <a:xfrm>
              <a:off x="4724400" y="36703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42471099-ACD1-4B4C-9D6D-BA2105DADE26}"/>
                </a:ext>
              </a:extLst>
            </p:cNvPr>
            <p:cNvSpPr/>
            <p:nvPr/>
          </p:nvSpPr>
          <p:spPr>
            <a:xfrm>
              <a:off x="4914900" y="5003800"/>
              <a:ext cx="2159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平行四边形 40">
              <a:extLst>
                <a:ext uri="{FF2B5EF4-FFF2-40B4-BE49-F238E27FC236}">
                  <a16:creationId xmlns:a16="http://schemas.microsoft.com/office/drawing/2014/main" id="{DE751D13-0B3C-4F99-8EEA-3B5360D639AA}"/>
                </a:ext>
              </a:extLst>
            </p:cNvPr>
            <p:cNvSpPr/>
            <p:nvPr/>
          </p:nvSpPr>
          <p:spPr>
            <a:xfrm>
              <a:off x="4965700" y="51562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平行四边形 41">
              <a:extLst>
                <a:ext uri="{FF2B5EF4-FFF2-40B4-BE49-F238E27FC236}">
                  <a16:creationId xmlns:a16="http://schemas.microsoft.com/office/drawing/2014/main" id="{36000F48-DC6A-4775-87D5-76F537A541E3}"/>
                </a:ext>
              </a:extLst>
            </p:cNvPr>
            <p:cNvSpPr/>
            <p:nvPr/>
          </p:nvSpPr>
          <p:spPr>
            <a:xfrm>
              <a:off x="5130800" y="4876800"/>
              <a:ext cx="2286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平行四边形 42">
              <a:extLst>
                <a:ext uri="{FF2B5EF4-FFF2-40B4-BE49-F238E27FC236}">
                  <a16:creationId xmlns:a16="http://schemas.microsoft.com/office/drawing/2014/main" id="{85D59A47-098D-4945-BF96-FDA81AFC2E99}"/>
                </a:ext>
              </a:extLst>
            </p:cNvPr>
            <p:cNvSpPr/>
            <p:nvPr/>
          </p:nvSpPr>
          <p:spPr>
            <a:xfrm>
              <a:off x="5232400" y="4089400"/>
              <a:ext cx="127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EEE2C098-64D7-41AD-B270-07EDE8FFA6FC}"/>
                </a:ext>
              </a:extLst>
            </p:cNvPr>
            <p:cNvSpPr/>
            <p:nvPr/>
          </p:nvSpPr>
          <p:spPr>
            <a:xfrm>
              <a:off x="5410200" y="5156200"/>
              <a:ext cx="127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平行四边形 44">
              <a:extLst>
                <a:ext uri="{FF2B5EF4-FFF2-40B4-BE49-F238E27FC236}">
                  <a16:creationId xmlns:a16="http://schemas.microsoft.com/office/drawing/2014/main" id="{1AA215BA-8A59-4A77-9876-C95CE50F23C4}"/>
                </a:ext>
              </a:extLst>
            </p:cNvPr>
            <p:cNvSpPr/>
            <p:nvPr/>
          </p:nvSpPr>
          <p:spPr>
            <a:xfrm>
              <a:off x="5549900" y="3657600"/>
              <a:ext cx="1651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22765449-9B0E-40F9-B7AF-077E11289166}"/>
                </a:ext>
              </a:extLst>
            </p:cNvPr>
            <p:cNvSpPr/>
            <p:nvPr/>
          </p:nvSpPr>
          <p:spPr>
            <a:xfrm>
              <a:off x="5664200" y="30226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平行四边形 46">
              <a:extLst>
                <a:ext uri="{FF2B5EF4-FFF2-40B4-BE49-F238E27FC236}">
                  <a16:creationId xmlns:a16="http://schemas.microsoft.com/office/drawing/2014/main" id="{2D41EE10-7E92-4016-803A-D155727A0D8E}"/>
                </a:ext>
              </a:extLst>
            </p:cNvPr>
            <p:cNvSpPr/>
            <p:nvPr/>
          </p:nvSpPr>
          <p:spPr>
            <a:xfrm>
              <a:off x="5740400" y="38989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平行四边形 47">
              <a:extLst>
                <a:ext uri="{FF2B5EF4-FFF2-40B4-BE49-F238E27FC236}">
                  <a16:creationId xmlns:a16="http://schemas.microsoft.com/office/drawing/2014/main" id="{30A317DE-BAAB-487B-95CA-E2CDED333E86}"/>
                </a:ext>
              </a:extLst>
            </p:cNvPr>
            <p:cNvSpPr/>
            <p:nvPr/>
          </p:nvSpPr>
          <p:spPr>
            <a:xfrm>
              <a:off x="5842000" y="30861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平行四边形 48">
              <a:extLst>
                <a:ext uri="{FF2B5EF4-FFF2-40B4-BE49-F238E27FC236}">
                  <a16:creationId xmlns:a16="http://schemas.microsoft.com/office/drawing/2014/main" id="{9FF0D5D0-4C01-4A6B-8BE2-048D5A541580}"/>
                </a:ext>
              </a:extLst>
            </p:cNvPr>
            <p:cNvSpPr/>
            <p:nvPr/>
          </p:nvSpPr>
          <p:spPr>
            <a:xfrm>
              <a:off x="6070600" y="4559300"/>
              <a:ext cx="2159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D535D00C-8EE0-4460-9DC2-CF6BEA9F9AB2}"/>
                </a:ext>
              </a:extLst>
            </p:cNvPr>
            <p:cNvSpPr/>
            <p:nvPr/>
          </p:nvSpPr>
          <p:spPr>
            <a:xfrm>
              <a:off x="6197600" y="5168900"/>
              <a:ext cx="2286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平行四边形 50">
              <a:extLst>
                <a:ext uri="{FF2B5EF4-FFF2-40B4-BE49-F238E27FC236}">
                  <a16:creationId xmlns:a16="http://schemas.microsoft.com/office/drawing/2014/main" id="{185F369E-BD7C-40C0-9152-D5591CE18B26}"/>
                </a:ext>
              </a:extLst>
            </p:cNvPr>
            <p:cNvSpPr/>
            <p:nvPr/>
          </p:nvSpPr>
          <p:spPr>
            <a:xfrm>
              <a:off x="6261100" y="30353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平行四边形 51">
              <a:extLst>
                <a:ext uri="{FF2B5EF4-FFF2-40B4-BE49-F238E27FC236}">
                  <a16:creationId xmlns:a16="http://schemas.microsoft.com/office/drawing/2014/main" id="{DFAA533A-B2A7-42A2-8880-B76076C49BDF}"/>
                </a:ext>
              </a:extLst>
            </p:cNvPr>
            <p:cNvSpPr/>
            <p:nvPr/>
          </p:nvSpPr>
          <p:spPr>
            <a:xfrm>
              <a:off x="6375400" y="3111500"/>
              <a:ext cx="2159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平行四边形 52">
              <a:extLst>
                <a:ext uri="{FF2B5EF4-FFF2-40B4-BE49-F238E27FC236}">
                  <a16:creationId xmlns:a16="http://schemas.microsoft.com/office/drawing/2014/main" id="{D57D2E49-7F54-4AE3-9A3F-F2A4291BB713}"/>
                </a:ext>
              </a:extLst>
            </p:cNvPr>
            <p:cNvSpPr/>
            <p:nvPr/>
          </p:nvSpPr>
          <p:spPr>
            <a:xfrm>
              <a:off x="6502400" y="29972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平行四边形 53">
              <a:extLst>
                <a:ext uri="{FF2B5EF4-FFF2-40B4-BE49-F238E27FC236}">
                  <a16:creationId xmlns:a16="http://schemas.microsoft.com/office/drawing/2014/main" id="{CEDDF5ED-16D4-4517-B815-FD12FE758476}"/>
                </a:ext>
              </a:extLst>
            </p:cNvPr>
            <p:cNvSpPr/>
            <p:nvPr/>
          </p:nvSpPr>
          <p:spPr>
            <a:xfrm>
              <a:off x="6591300" y="36068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平行四边形 54">
              <a:extLst>
                <a:ext uri="{FF2B5EF4-FFF2-40B4-BE49-F238E27FC236}">
                  <a16:creationId xmlns:a16="http://schemas.microsoft.com/office/drawing/2014/main" id="{1A8791D5-802E-44E9-ACB0-E10C08927917}"/>
                </a:ext>
              </a:extLst>
            </p:cNvPr>
            <p:cNvSpPr/>
            <p:nvPr/>
          </p:nvSpPr>
          <p:spPr>
            <a:xfrm>
              <a:off x="6769100" y="29591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平行四边形 55">
              <a:extLst>
                <a:ext uri="{FF2B5EF4-FFF2-40B4-BE49-F238E27FC236}">
                  <a16:creationId xmlns:a16="http://schemas.microsoft.com/office/drawing/2014/main" id="{640F422C-CFB7-4EED-AB9E-2DBD9478F34E}"/>
                </a:ext>
              </a:extLst>
            </p:cNvPr>
            <p:cNvSpPr/>
            <p:nvPr/>
          </p:nvSpPr>
          <p:spPr>
            <a:xfrm>
              <a:off x="6934200" y="4800600"/>
              <a:ext cx="2286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平行四边形 56">
              <a:extLst>
                <a:ext uri="{FF2B5EF4-FFF2-40B4-BE49-F238E27FC236}">
                  <a16:creationId xmlns:a16="http://schemas.microsoft.com/office/drawing/2014/main" id="{DF504B9F-7A99-4BCD-B7A2-0C4077326EA8}"/>
                </a:ext>
              </a:extLst>
            </p:cNvPr>
            <p:cNvSpPr/>
            <p:nvPr/>
          </p:nvSpPr>
          <p:spPr>
            <a:xfrm>
              <a:off x="7023100" y="31369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平行四边形 57">
              <a:extLst>
                <a:ext uri="{FF2B5EF4-FFF2-40B4-BE49-F238E27FC236}">
                  <a16:creationId xmlns:a16="http://schemas.microsoft.com/office/drawing/2014/main" id="{A7035B87-0777-4526-B80A-E57D9F34EB4D}"/>
                </a:ext>
              </a:extLst>
            </p:cNvPr>
            <p:cNvSpPr/>
            <p:nvPr/>
          </p:nvSpPr>
          <p:spPr>
            <a:xfrm>
              <a:off x="7124700" y="34671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平行四边形 58">
              <a:extLst>
                <a:ext uri="{FF2B5EF4-FFF2-40B4-BE49-F238E27FC236}">
                  <a16:creationId xmlns:a16="http://schemas.microsoft.com/office/drawing/2014/main" id="{EC40BCD5-D2DD-4357-AD81-C00A9CEC13C5}"/>
                </a:ext>
              </a:extLst>
            </p:cNvPr>
            <p:cNvSpPr/>
            <p:nvPr/>
          </p:nvSpPr>
          <p:spPr>
            <a:xfrm>
              <a:off x="7289800" y="4368800"/>
              <a:ext cx="127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平行四边形 59">
              <a:extLst>
                <a:ext uri="{FF2B5EF4-FFF2-40B4-BE49-F238E27FC236}">
                  <a16:creationId xmlns:a16="http://schemas.microsoft.com/office/drawing/2014/main" id="{F629CD91-9E19-4271-8956-433B177BB400}"/>
                </a:ext>
              </a:extLst>
            </p:cNvPr>
            <p:cNvSpPr/>
            <p:nvPr/>
          </p:nvSpPr>
          <p:spPr>
            <a:xfrm>
              <a:off x="7416800" y="3746500"/>
              <a:ext cx="1651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平行四边形 60">
              <a:extLst>
                <a:ext uri="{FF2B5EF4-FFF2-40B4-BE49-F238E27FC236}">
                  <a16:creationId xmlns:a16="http://schemas.microsoft.com/office/drawing/2014/main" id="{BD1B81EF-8E52-4584-8AFF-785F8AEBCDEA}"/>
                </a:ext>
              </a:extLst>
            </p:cNvPr>
            <p:cNvSpPr/>
            <p:nvPr/>
          </p:nvSpPr>
          <p:spPr>
            <a:xfrm>
              <a:off x="7594600" y="28956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平行四边形 61">
              <a:extLst>
                <a:ext uri="{FF2B5EF4-FFF2-40B4-BE49-F238E27FC236}">
                  <a16:creationId xmlns:a16="http://schemas.microsoft.com/office/drawing/2014/main" id="{BDB2F5B3-75FB-4926-A24C-CFAE5F4F3F2A}"/>
                </a:ext>
              </a:extLst>
            </p:cNvPr>
            <p:cNvSpPr/>
            <p:nvPr/>
          </p:nvSpPr>
          <p:spPr>
            <a:xfrm>
              <a:off x="7607300" y="2946400"/>
              <a:ext cx="2286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C3D00EC-C95B-4DAA-A745-57D8900F3381}"/>
                </a:ext>
              </a:extLst>
            </p:cNvPr>
            <p:cNvSpPr txBox="1"/>
            <p:nvPr/>
          </p:nvSpPr>
          <p:spPr>
            <a:xfrm>
              <a:off x="4057424" y="2767281"/>
              <a:ext cx="3686656" cy="255454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zh-CN" altLang="en-US" sz="8000" i="1" dirty="0">
                  <a:solidFill>
                    <a:srgbClr val="FFFFFF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常见控件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032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56A43458-8BA6-4405-97C4-9842485BEE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096320"/>
              </p:ext>
            </p:extLst>
          </p:nvPr>
        </p:nvGraphicFramePr>
        <p:xfrm>
          <a:off x="355600" y="0"/>
          <a:ext cx="11506200" cy="666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0873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A783246-2FBF-4057-818C-D9AC79128252}"/>
              </a:ext>
            </a:extLst>
          </p:cNvPr>
          <p:cNvSpPr txBox="1"/>
          <p:nvPr/>
        </p:nvSpPr>
        <p:spPr>
          <a:xfrm>
            <a:off x="0" y="0"/>
            <a:ext cx="3870542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400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</a:p>
        </p:txBody>
      </p:sp>
      <p:pic>
        <p:nvPicPr>
          <p:cNvPr id="1026" name="Picture 2" descr="setAlignment() &#10;setlndent() &#10;setPixmap() &#10;text() &#10;setText() &#10;selectedText() &#10;setBuddy() &#10;setWordW &#10;按 固 定 值 方 式 对 齐 文 本 ： &#10;•Qt.AlignLeft ， 水 平 方 向 靠 左 对 齐 &#10;。 Qt.AlignRight' 水 平 方 向 靠 右 对 齐 &#10;· Qt.AlignCenter' 水 平 方 向 居 中 对 齐 &#10;OQt.AlignJustifY' 水 平 方 向 调 整 间 距 两 端 对 齐 &#10;•Qt.AlignTop ， 垂 直 方 向 靠 上 对 齐 &#10;· Qt.AlignBottom ， 乖 百 方 向 靠 下 对 齐 &#10;•Qt.AlignVCenter ， 垂 直 方 向 居 中 对 齐 &#10;设 置 文 本 缩 进 值 &#10;设 置 QLabeI 为 一 个 Pixmap 图 片 &#10;获 得 QLabeI 的 文 本 内 容 &#10;设 置 QLabel 的 文 本 内 容 &#10;返 回 所 选 择 的 字 符 &#10;设 置 QLabeI 的 助 记 符 及 buddy （ 伙 伴 ） ， 即 使 用 QLabeI 设 置 快 捷 键 ， 会 在 快 捷 键 后 将 传 &#10;点 设 置 到 其 buddy 上 ， 这 里 用 到 了 QLabeI 的 交 互 控 件 功 能 · 此 外 ， buddy 可 以 是 任 何 一 &#10;个 Widget 控 件 。 使 用 setBuddy(QWidget 力 设 置 ， 其 QLabel 必 须 是 文 本 内 容 ， 并 且 使 用 &#10;“ &amp; ” 符 号 设 置 了 助 记 符 &#10;设 置 是 否 允 许 换 行 ">
            <a:extLst>
              <a:ext uri="{FF2B5EF4-FFF2-40B4-BE49-F238E27FC236}">
                <a16:creationId xmlns:a16="http://schemas.microsoft.com/office/drawing/2014/main" id="{898C1430-EA7C-4AD5-A1DA-8D4047079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9" y="1057133"/>
            <a:ext cx="5995792" cy="409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信 &#10;linkActivated &#10;linkHovered &#10;号 &#10;当 单 击 标 签 中 嵌 入 的 超 链 接 ， 希 望 在 新 窗 囗 中 打 开 这 个 超 链 接 时 ， setOpenExternalLinks &#10;特 性 必 须 设 置 为 true &#10;当 鼠 标 指 针 滑 过 标 签 中 嵌 入 的 超 链 接 时 ， 需 要 厍 槽 函 数 与 这 个 信 号 进 行 绑 定 ">
            <a:extLst>
              <a:ext uri="{FF2B5EF4-FFF2-40B4-BE49-F238E27FC236}">
                <a16:creationId xmlns:a16="http://schemas.microsoft.com/office/drawing/2014/main" id="{57A1EF68-A981-4B0C-8EE7-BF9C8AADA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9" y="5414767"/>
            <a:ext cx="6024497" cy="87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A0FF210-4C41-46B5-AA80-EB3E85064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915" y="1954191"/>
            <a:ext cx="596708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4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1817956-6A5B-4AAF-9A6F-0E6E73983DC1}"/>
              </a:ext>
            </a:extLst>
          </p:cNvPr>
          <p:cNvSpPr txBox="1"/>
          <p:nvPr/>
        </p:nvSpPr>
        <p:spPr>
          <a:xfrm>
            <a:off x="329389" y="246237"/>
            <a:ext cx="10001926" cy="6365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label5.setText("git")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label1.setText("&lt;font color=yellow&gt;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这是一个文本标签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sfssssssssssffffffffff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.&lt;/font&gt;")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label1.setAutoFillBackground(True)# 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不加这句，则颜色不生效</a:t>
            </a:r>
          </a:p>
          <a:p>
            <a:pPr algn="l">
              <a:lnSpc>
                <a:spcPct val="150000"/>
              </a:lnSpc>
            </a:pP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label1.setAlignment(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Qt.AlignCenter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self.label2.setText("&lt;a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='#'&gt;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欢迎使用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 GUI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&lt;/a&gt;")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self.label2.setIndent(20)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label3.setAlignment(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Qt.AlignCenter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label3.setToolTip('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这是一个图片标签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label3.setPixmap(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QPixmap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("./python.jpg"))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# 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如果设为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，用浏览器打开网页，如果设为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，调用槽函数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setOpenExternalLinks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方法让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允许访问超级链接</a:t>
            </a:r>
          </a:p>
          <a:p>
            <a:pPr algn="l">
              <a:lnSpc>
                <a:spcPct val="150000"/>
              </a:lnSpc>
            </a:pP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label4.setOpenExternalLinks(True)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label4.setText("&lt;a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='https://item.jd.com/12417265.html'&gt;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《Python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从菜鸟到高手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》&lt;/a&gt;")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label4.setAlignment(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Qt.AlignRight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label4.setToolTip('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这是一个超级链接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movie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QMovie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("./ajax-loading.gif")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label5.setMovie(movie)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movie.start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self.label2.linkHovered.connect(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self.linkHovered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label4.linkActivated.connect(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self.linkClicked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linkHovered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print('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当鼠标滑过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label2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标签时，触发事件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linkClicked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print('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当鼠标单击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label4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标签时，触发事件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165B648-3CC5-468C-980D-B41BFD1DA40A}"/>
              </a:ext>
            </a:extLst>
          </p:cNvPr>
          <p:cNvSpPr/>
          <p:nvPr/>
        </p:nvSpPr>
        <p:spPr>
          <a:xfrm>
            <a:off x="0" y="246237"/>
            <a:ext cx="10208302" cy="6365525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46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方 &#10;setAlignment() &#10;clear() &#10;setEchoMode() &#10;setPlaceholderText() &#10;setMaxLength() &#10;setReadOn1y() &#10;setText() &#10;氵 去 &#10;按 固 定 值 方 式 对 齐 文 本 ； &#10;。 Qt.AlignLeft ， 水 平 方 向 靠 左 对 齐 &#10;。 Qt.AlignRight ， 水 平 力 向 靠 右 对 齐 &#10;· Qt.AlignCenter ， 水 平 方 向 居 中 对 齐 &#10;•Qt.AlignJustify. 水 平 方 向 调 整 间 距 两 端 对 齐 &#10;。 Qt.AlignTop• 垂 直 方 向 靠 上 对 齐 &#10;。 Qt.AlignBottom ， 乖 直 方 向 靠 下 对 齐 &#10;。 Qt.AlignVCenter ， 乖 直 方 向 居 中 对 齐 &#10;清 除 文 本 框 内 容 &#10;设 置 文 本 框 显 示 格 式 。 允 许 输 入 的 文 本 显 示 格 式 的 值 可 以 ： &#10;。 QLineEdit.NormaI, 正 常 显 示 所 输 入 的 字 符 ， 此 为 默 认 选 项 &#10;。 QLineEdit.NoEcho, 不 显 示 任 何 输 入 的 字 符 ， 常 用 于 密 码 类 型 的 输 入 ， 且 &#10;其 密 码 长 度 需 要 保 密 时 &#10;。 QLineEdit.Password, 显 示 与 平 台 相 关 的 密 码 掩 码 字 符 ， 而 不 是 实 际 输 入 &#10;的 字 符 &#10;。 QLineEdit.PasswordEchoOnEdit ， 在 编 辑 时 显 示 字 符 ， 负 责 显 示 密 码 类 型 &#10;的 输 入 &#10;设 置 文 本 框 浮 显 文 字 &#10;设 置 文 本 框 所 允 许 输 入 的 最 大 字 符 数 &#10;设 置 文 本 框 为 只 读 的 &#10;设 置 文 本 框 内 容 ">
            <a:extLst>
              <a:ext uri="{FF2B5EF4-FFF2-40B4-BE49-F238E27FC236}">
                <a16:creationId xmlns:a16="http://schemas.microsoft.com/office/drawing/2014/main" id="{B8AFDEA1-5637-40AE-A393-77831E161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920"/>
            <a:ext cx="6096000" cy="4992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ext() &#10;setDragEnabled() &#10;setMaxLength() &#10;selectAll() &#10;setFocus() &#10;setlnputMask() &#10;setValidator() &#10;返 回 文 本 框 内 容 &#10;设 置 文 本 框 是 否 接 受 拖 动 &#10;设 置 允 许 输 入 字 符 的 最 大 长 度 &#10;全 选 &#10;得 到 焦 点 &#10;设 置 掩 码 &#10;设 置 文 本 框 的 验 证 器 （ 验 证 规 则 ） ， 将 限 制 任 意 可 能 输 入 的 文 本 。 可 用 的 校 &#10;验 器 为 ： &#10;。 QIntValidator ， 限 制 输 入 整 数 &#10;。 QDoubleValidator ， 限 制 输 入 浮 点 数 &#10;· QRegexpValidator, 检 查 输 入 是 否 符 合 正 则 表 达 式 ">
            <a:extLst>
              <a:ext uri="{FF2B5EF4-FFF2-40B4-BE49-F238E27FC236}">
                <a16:creationId xmlns:a16="http://schemas.microsoft.com/office/drawing/2014/main" id="{23969EFD-5C15-4005-BA48-D193661B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96000" cy="254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000 · 000 ． 侦 ． 000 ； &#10;HH:HH.HH:HH:HH:HH; &#10;0000 ． 00 ． 00 &#10;&gt;AAAAA-AAAAA-AAAAA-AAAAA-AAAAA;# &#10;] P 地 址 ， 空 白 字 符 是 “ &#10;MAC 地 址 &#10;日 期 ， 空 白 字 符 是 空 格 &#10;许 可 证 号 ， 空 白 字 符 是 “ &#10;一 注 意 事 项 &#10;， 所 有 字 母 字 符 转 换 为 大 写 ">
            <a:extLst>
              <a:ext uri="{FF2B5EF4-FFF2-40B4-BE49-F238E27FC236}">
                <a16:creationId xmlns:a16="http://schemas.microsoft.com/office/drawing/2014/main" id="{51F613CA-D760-4033-8DCC-E4687B563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55344"/>
            <a:ext cx="6096000" cy="120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含 。 义 &#10;ASCII 字 母 字 符 是 必 须 输 入 的 (A 、 Z 、 a—z) &#10;Z X * 9 0 # m &gt; &lt; &#10;ASCII 字 母 字 符 是 允 许 输 入 的 ， 但 不 是 必 需 的 &#10;ASCII 字 母 字 符 是 必 须 输 入 的 (A-z 、 a-z 、 0 一 9 ） &#10;ASCII 字 母 字 符 是 允 许 输 入 的 ， 但 不 是 必 需 的 &#10;任 何 字 符 都 是 心 须 输 入 的 &#10;任 何 字 符 都 是 允 许 输 入 的 ， 但 不 是 必 需 的 &#10;ASCII 数 字 字 符 是 须 输 入 的 （ 0 一 9 ） &#10;ASCII 数 字 字 符 是 允 许 输 入 的 ， 但 不 是 必 需 的 &#10;ASCII 数 字 字 符 是 必 须 输 入 的 0 ． 9 ） &#10;ASCII 数 字 字 符 是 允 许 输 入 的 ， 但 不 是 必 需 的 （ 1 一 9 ） &#10;ASCII 数 字 字 符 或 加 / 减 符 号 是 允 许 输 入 的 ， 但 不 是 必 需 的 &#10;十 六 进 制 格 式 字 符 是 必 须 输 入 的 (A 、 F 、 a-f 、 0 、 9 ） &#10;十 六 进 制 格 式 字 符 是 允 许 输 入 的 ， 但 不 是 必 需 的 &#10;二 进 制 格 式 字 符 是 必 须 输 入 的 （ 0 ， I) &#10;二 进 制 格 式 字 符 是 允 许 输 入 的 ， 但 不 是 必 需 的 &#10;所 有 的 字 母 字 符 都 大 写 &#10;所 有 的 字 母 字 符 都 小 写 &#10;关 闭 大 小 写 转 换 &#10;使 用 “ \ ” 转 义 上 面 列 出 的 字 符 ">
            <a:extLst>
              <a:ext uri="{FF2B5EF4-FFF2-40B4-BE49-F238E27FC236}">
                <a16:creationId xmlns:a16="http://schemas.microsoft.com/office/drawing/2014/main" id="{D6086A23-6CB9-4072-9BB9-73EEDCCD5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545168"/>
            <a:ext cx="5829299" cy="4312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C824C42-EA97-4C0B-818D-B80BF5F5C7D3}"/>
              </a:ext>
            </a:extLst>
          </p:cNvPr>
          <p:cNvSpPr txBox="1"/>
          <p:nvPr/>
        </p:nvSpPr>
        <p:spPr>
          <a:xfrm>
            <a:off x="0" y="-248525"/>
            <a:ext cx="5038928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400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QLineEdit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文本框</a:t>
            </a:r>
          </a:p>
        </p:txBody>
      </p:sp>
    </p:spTree>
    <p:extLst>
      <p:ext uri="{BB962C8B-B14F-4D97-AF65-F5344CB8AC3E}">
        <p14:creationId xmlns:p14="http://schemas.microsoft.com/office/powerpoint/2010/main" val="4000764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9274E9-512F-43BA-B6C6-6574EDBB462D}"/>
              </a:ext>
            </a:extLst>
          </p:cNvPr>
          <p:cNvSpPr txBox="1"/>
          <p:nvPr/>
        </p:nvSpPr>
        <p:spPr>
          <a:xfrm flipH="1">
            <a:off x="0" y="492475"/>
            <a:ext cx="5924367" cy="6365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edit1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QLineEdit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校验器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edit1.setValidator(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QIntValidator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edit1.setMaxLength(4)  # 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9999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edit1.setAlignment(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Qt.AlignRight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edit1.setFont(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QFont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('Arial',20))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edit2.setValidator(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QDoubleValidator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(0.99,99.99,2))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输入限制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edit3.setInputMask('99_9999_999999;#')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edit4.textChanged.connect(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self.textChanged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edit5.setEchoMode(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QLineEdit.Password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edit5.editingFinished.connect(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self.enterPress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edit6.setReadOnly(True)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combox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MyComboBox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可拖拽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edit7.setDragEnabled(True)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edit8.setPlaceholderText("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浮现文字！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edit9.setText("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setFocus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只能是首行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edit9.setFocus()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edit9.selectAll()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textChanged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self,text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print('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输入的内容：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 + text)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enterPress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print('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已输入值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  <a:endParaRPr lang="zh-CN" altLang="en-US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8ECBE7-D942-459D-8E71-A889050CD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554" y="1474968"/>
            <a:ext cx="5886286" cy="5383031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8A83247E-6BF6-4C49-B270-A14116632946}"/>
              </a:ext>
            </a:extLst>
          </p:cNvPr>
          <p:cNvSpPr/>
          <p:nvPr/>
        </p:nvSpPr>
        <p:spPr>
          <a:xfrm>
            <a:off x="0" y="1"/>
            <a:ext cx="5962447" cy="6857999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48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EECACF-A8BA-4306-8BF7-4CB7ADCBA21B}"/>
              </a:ext>
            </a:extLst>
          </p:cNvPr>
          <p:cNvSpPr txBox="1"/>
          <p:nvPr/>
        </p:nvSpPr>
        <p:spPr>
          <a:xfrm>
            <a:off x="0" y="-248525"/>
            <a:ext cx="5038928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400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QTextEidt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文本框</a:t>
            </a:r>
          </a:p>
        </p:txBody>
      </p:sp>
      <p:pic>
        <p:nvPicPr>
          <p:cNvPr id="2050" name="Picture 2" descr="setPlainText() &#10;toPlainText() &#10;setHtmI() &#10;totHtml() &#10;clear() &#10;设 置 多 行 文 本 框 的 文 本 内 容 。 &#10;返 回 多 行 文 本 框 的 文 本 内 容 。 &#10;设 置 多 行 文 本 框 的 内 容 为 HTML 文 栏， HTML 文 档 是 描 述 网 页 的 。 &#10;返 回 多 行 文 本 框 的 HTML 文 档 内 容 。 &#10;清 除 多 行 文 本 框 的 内 容 ">
            <a:extLst>
              <a:ext uri="{FF2B5EF4-FFF2-40B4-BE49-F238E27FC236}">
                <a16:creationId xmlns:a16="http://schemas.microsoft.com/office/drawing/2014/main" id="{7356CE4A-7EEF-4B30-A4E3-D9F4798D8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8699"/>
            <a:ext cx="6096000" cy="141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5324AC-447D-4BB5-9CC7-2C6CC5AA0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23" y="2816022"/>
            <a:ext cx="4435813" cy="40419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CBBBD1F-9B2E-49A4-A89F-2B908A0CAEED}"/>
              </a:ext>
            </a:extLst>
          </p:cNvPr>
          <p:cNvSpPr txBox="1"/>
          <p:nvPr/>
        </p:nvSpPr>
        <p:spPr>
          <a:xfrm>
            <a:off x="5353910" y="3873500"/>
            <a:ext cx="6838090" cy="27299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onClick_ButtonText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self.textEdit.setPlainText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('Hello World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，世界你好吗？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onClick_ButtonToText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self.textEdit.toPlainText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onClick_ButtonHTML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self.textEdit.setHtml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('&lt;font color="blue" size="5"&gt;Hello World&lt;/font&gt;')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onClick_ButtonToHTML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self.textEdit.toHtml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  <a:endParaRPr lang="zh-CN" altLang="en-US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FCBC697-2666-4C0D-9E26-3E8392F08DC5}"/>
              </a:ext>
            </a:extLst>
          </p:cNvPr>
          <p:cNvSpPr/>
          <p:nvPr/>
        </p:nvSpPr>
        <p:spPr>
          <a:xfrm>
            <a:off x="5353910" y="3647076"/>
            <a:ext cx="6732167" cy="318276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32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2A6ACA-4D81-4D66-9C26-9A954980C7E6}"/>
              </a:ext>
            </a:extLst>
          </p:cNvPr>
          <p:cNvSpPr txBox="1"/>
          <p:nvPr/>
        </p:nvSpPr>
        <p:spPr>
          <a:xfrm>
            <a:off x="0" y="-248525"/>
            <a:ext cx="6337300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400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QComboBox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下拉列表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BB8468-32EF-4824-A23F-534D3245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2" y="3691231"/>
            <a:ext cx="5534025" cy="30194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009024A-1CB2-4C78-949E-1548C46A1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82" y="920621"/>
            <a:ext cx="4597636" cy="250837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A9A2265-AFDB-41A7-9187-3C30F2C7C90F}"/>
              </a:ext>
            </a:extLst>
          </p:cNvPr>
          <p:cNvSpPr txBox="1"/>
          <p:nvPr/>
        </p:nvSpPr>
        <p:spPr>
          <a:xfrm>
            <a:off x="6096000" y="204932"/>
            <a:ext cx="5829300" cy="6365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QComboBox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self.cb.addItem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('C++')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self.cb.addItem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('Python')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self.cb.addItems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(['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Java','C#','Ruby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'])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当下拉选项的索引发生改变时发射该信号</a:t>
            </a:r>
          </a:p>
          <a:p>
            <a:pPr algn="l">
              <a:lnSpc>
                <a:spcPct val="150000"/>
              </a:lnSpc>
            </a:pP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self.cb.currentIndexChanged.connect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self.selectionChange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当用户选中一个下拉选项时发射该信号</a:t>
            </a:r>
          </a:p>
          <a:p>
            <a:pPr algn="l">
              <a:lnSpc>
                <a:spcPct val="150000"/>
              </a:lnSpc>
            </a:pP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self.cb.activated.connect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self.activatetest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当选中一个已经选中的下拉选项时，发射该信号（即鼠标移至某项）</a:t>
            </a:r>
          </a:p>
          <a:p>
            <a:pPr algn="l">
              <a:lnSpc>
                <a:spcPct val="150000"/>
              </a:lnSpc>
            </a:pP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self.cb.highlighted.connect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self.highlightedtest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selectionChange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self,i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self.cb.currentText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self.label.setText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self.cb.currentText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self.cb.count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for count in range(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self.cb.count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print('item' + str(count) + ' = ' +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self.cb.itemText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(count))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print('current index',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,'selection changed',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self.cb.currentText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def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highlightedtest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print("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当选中一个已经选中的下拉选项时，发射该信号（即鼠标移至某项）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def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activatetest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print("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当用户选中一个下拉选项时发射该信号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选中某个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)")</a:t>
            </a:r>
            <a:endParaRPr lang="zh-CN" altLang="en-US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6F116DA-BCCC-479C-A284-64AB913059BB}"/>
              </a:ext>
            </a:extLst>
          </p:cNvPr>
          <p:cNvSpPr/>
          <p:nvPr/>
        </p:nvSpPr>
        <p:spPr>
          <a:xfrm flipH="1">
            <a:off x="6096000" y="204933"/>
            <a:ext cx="5829300" cy="640683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55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23CC8BE-41F2-48D4-B11B-7EAE3F83C87A}"/>
              </a:ext>
            </a:extLst>
          </p:cNvPr>
          <p:cNvSpPr txBox="1"/>
          <p:nvPr/>
        </p:nvSpPr>
        <p:spPr>
          <a:xfrm>
            <a:off x="0" y="-248525"/>
            <a:ext cx="6096000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400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按键</a:t>
            </a:r>
          </a:p>
        </p:txBody>
      </p:sp>
      <p:pic>
        <p:nvPicPr>
          <p:cNvPr id="3074" name="Picture 2" descr="置 胺 钮 是 否 己 经 破 选 中 ， 如 架 设 置 为 T “ ， 则 表 示 按 钮 将 保 時 己 点 击 和 样 放 状 态 &#10;“ ℃ heckable() &#10;在 技 钮 状 态 之 间 进 行 切 換 &#10;toggle0 &#10;设 置 按 钮 上 的 图 标 &#10;设 置 按 钮 是 否 可 以 使 用 ． 当 设 置 为 时 ， 按 钮 变 成 不 可 用 状 态 ， 点 击 它 不 会 发 射 信 号 &#10;、 elEn d() &#10;返 叵 按 钮 的 状 态 ． 返 回 值 为 True 或 False &#10;ISChecked() &#10;设 置 按 钮 的 默 认 状 态 &#10;setDefault() &#10;置 按 钮 的 显 示 文 本 &#10;返 回 按 钮 的 显 示 文 本 &#10;t “ 《 0 ">
            <a:extLst>
              <a:ext uri="{FF2B5EF4-FFF2-40B4-BE49-F238E27FC236}">
                <a16:creationId xmlns:a16="http://schemas.microsoft.com/office/drawing/2014/main" id="{8767750A-82E9-46B1-868E-02EA8F4E3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803275"/>
            <a:ext cx="606742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CAF818F-F759-49D0-AFAA-9777E3D3049B}"/>
              </a:ext>
            </a:extLst>
          </p:cNvPr>
          <p:cNvSpPr txBox="1"/>
          <p:nvPr/>
        </p:nvSpPr>
        <p:spPr>
          <a:xfrm>
            <a:off x="6311899" y="204932"/>
            <a:ext cx="5851525" cy="615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# 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快捷建设置，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ALT+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大写首字母</a:t>
            </a:r>
          </a:p>
          <a:p>
            <a:pPr algn="l">
              <a:lnSpc>
                <a:spcPct val="150000"/>
              </a:lnSpc>
            </a:pP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self.btn_3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("&amp;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DownLoad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self.btn_1.setText('First Button1')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self.btn_1.setCheckable(True)  # 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设置已经被点击</a:t>
            </a:r>
          </a:p>
          <a:p>
            <a:pPr algn="l">
              <a:lnSpc>
                <a:spcPct val="150000"/>
              </a:lnSpc>
            </a:pP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self.btn_1.toggle()  # 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切换按钮状态</a:t>
            </a:r>
          </a:p>
          <a:p>
            <a:pPr algn="l">
              <a:lnSpc>
                <a:spcPct val="150000"/>
              </a:lnSpc>
            </a:pP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self.btn_1.clicked.connect(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self.btnState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self.btn_1.clicked.connect(lambda: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self.wichBtn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(self.btn_1))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self.btn_2.setIcon(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QIcon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QPixmap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('./python.jpg')))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self.btn_2.setEnabled(False)  # 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设置不可用状态</a:t>
            </a:r>
          </a:p>
          <a:p>
            <a:pPr algn="l">
              <a:lnSpc>
                <a:spcPct val="150000"/>
              </a:lnSpc>
            </a:pP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self.btn_2.clicked.connect(lambda: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self.wichBtn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(self.btn_2))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self.btn_3.setDefault(True)  # 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设置该按钮式默认状态的</a:t>
            </a:r>
          </a:p>
          <a:p>
            <a:pPr algn="l">
              <a:lnSpc>
                <a:spcPct val="150000"/>
              </a:lnSpc>
            </a:pP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self.btn_3.clicked.connect(lambda: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self.wichBtn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(self.btn_3))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self.btn_4.clicked.connect(lambda: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self.wichBtn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(self.btn_4))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btnState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if self.btn_1.isChecked():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print("Btn_1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被单击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else: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print("Btn_1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未被单击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wichBtn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(self,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btn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print("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点击的按钮是：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",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btn.text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24FD23-BE28-46BE-BCC8-A9AFF9A50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3429000"/>
            <a:ext cx="4430326" cy="34290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7516E24D-4756-4084-8CC8-173154FE3682}"/>
              </a:ext>
            </a:extLst>
          </p:cNvPr>
          <p:cNvSpPr/>
          <p:nvPr/>
        </p:nvSpPr>
        <p:spPr>
          <a:xfrm>
            <a:off x="6311898" y="246237"/>
            <a:ext cx="5851525" cy="6365525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76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7C4E18-3798-4237-80E9-1889983C65C0}"/>
              </a:ext>
            </a:extLst>
          </p:cNvPr>
          <p:cNvSpPr txBox="1"/>
          <p:nvPr/>
        </p:nvSpPr>
        <p:spPr>
          <a:xfrm>
            <a:off x="0" y="-248525"/>
            <a:ext cx="6096000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400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QRadioButton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按键</a:t>
            </a:r>
          </a:p>
        </p:txBody>
      </p:sp>
      <p:pic>
        <p:nvPicPr>
          <p:cNvPr id="7170" name="Picture 2" descr="setCheckable() &#10;isChecked() &#10;setText() &#10;text() &#10;设 置 按 钮 是 否 己 经 被 选 中 ， 可 以 改 变 单 选 钮 的 选 中 状 态 ， 如 果 设 置 为 True ， 则 表 &#10;示 单 选 钮 将 保 持 己 点 击 和 释 放 状 态 &#10;返 回 单 选 钮 的 状 态 。 返 回 值 为 True 或 False &#10;设 置 单 选 钮 的 显 示 文 本 &#10;返 回 单 选 钮 的 显 示 文 本 ">
            <a:extLst>
              <a:ext uri="{FF2B5EF4-FFF2-40B4-BE49-F238E27FC236}">
                <a16:creationId xmlns:a16="http://schemas.microsoft.com/office/drawing/2014/main" id="{74D94562-CB5D-465C-8BA4-0B7EDC9DF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03" y="1140277"/>
            <a:ext cx="6110203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8C18422-02B8-4C95-8D13-3CB75BFBB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03" y="4679926"/>
            <a:ext cx="6110202" cy="10936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73EAF37-A04A-4FB7-8D5A-4D463177D873}"/>
              </a:ext>
            </a:extLst>
          </p:cNvPr>
          <p:cNvSpPr txBox="1"/>
          <p:nvPr/>
        </p:nvSpPr>
        <p:spPr>
          <a:xfrm>
            <a:off x="6096000" y="1140277"/>
            <a:ext cx="6007100" cy="5485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self.button1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QRadioButton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单选按钮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1')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self.button1.setText("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第一个按钮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默认选择</a:t>
            </a:r>
          </a:p>
          <a:p>
            <a:pPr algn="l">
              <a:lnSpc>
                <a:spcPct val="150000"/>
              </a:lnSpc>
            </a:pP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self.button1.setChecked(True)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self.button1.toggled.connect(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layout.addWidget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(self.button1)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self.button2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QRadioButton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单选按钮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2')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self.button2.toggled.connect(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buttonState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(self):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dirty="0">
                <a:effectLst/>
                <a:ea typeface="Microsoft YaHei" panose="020B0503020204020204" pitchFamily="34" charset="-122"/>
              </a:rPr>
              <a:t>#</a:t>
            </a:r>
            <a:r>
              <a:rPr lang="zh-CN" altLang="zh-CN" sz="1100" dirty="0">
                <a:effectLst/>
                <a:ea typeface="Microsoft YaHei" panose="020B0503020204020204" pitchFamily="34" charset="-122"/>
              </a:rPr>
              <a:t>信号的发送者</a:t>
            </a: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radioButton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self.sender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if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radioButton.isChecked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== True: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print('&lt;' +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radioButton.text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+ '&gt; 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被选中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else: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print('&lt;' +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radioButton.text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+ '&gt; 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被取消选中状态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algn="l">
              <a:lnSpc>
                <a:spcPct val="150000"/>
              </a:lnSpc>
            </a:pPr>
            <a:endParaRPr lang="zh-CN" altLang="en-US" sz="20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61CF764-4056-4CDD-AC88-74ABAAD88E66}"/>
              </a:ext>
            </a:extLst>
          </p:cNvPr>
          <p:cNvSpPr/>
          <p:nvPr/>
        </p:nvSpPr>
        <p:spPr>
          <a:xfrm>
            <a:off x="6095999" y="658389"/>
            <a:ext cx="6007099" cy="5967491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50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7C4E18-3798-4237-80E9-1889983C65C0}"/>
              </a:ext>
            </a:extLst>
          </p:cNvPr>
          <p:cNvSpPr txBox="1"/>
          <p:nvPr/>
        </p:nvSpPr>
        <p:spPr>
          <a:xfrm>
            <a:off x="0" y="-248525"/>
            <a:ext cx="5359400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400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QCheckBox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CD3E77-AA67-4E20-8B8C-764545689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3429000"/>
            <a:ext cx="6070601" cy="34247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2BA475-6415-4BAA-A4A2-710300A0A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72647"/>
            <a:ext cx="6096000" cy="9231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48F5363-3679-4B2D-A838-B34C55B53B93}"/>
              </a:ext>
            </a:extLst>
          </p:cNvPr>
          <p:cNvSpPr txBox="1"/>
          <p:nvPr/>
        </p:nvSpPr>
        <p:spPr>
          <a:xfrm>
            <a:off x="6223000" y="1689100"/>
            <a:ext cx="5384800" cy="2038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无参匿名函数:</a:t>
            </a:r>
            <a:endParaRPr lang="zh-CN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------</a:t>
            </a:r>
            <a:endParaRPr lang="zh-CN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 = lambda : True #分号前无任何参数</a:t>
            </a:r>
            <a:endParaRPr lang="zh-CN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t()</a:t>
            </a:r>
            <a:endParaRPr lang="zh-CN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0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5328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844A217-F7D4-47A8-B233-D263DC3923FC}"/>
              </a:ext>
            </a:extLst>
          </p:cNvPr>
          <p:cNvSpPr txBox="1"/>
          <p:nvPr/>
        </p:nvSpPr>
        <p:spPr>
          <a:xfrm>
            <a:off x="-219856" y="491046"/>
            <a:ext cx="12411856" cy="6085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self.checkBox1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QCheckBox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复选框控件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1')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默认选择</a:t>
            </a:r>
          </a:p>
          <a:p>
            <a:pPr algn="l">
              <a:lnSpc>
                <a:spcPct val="150000"/>
              </a:lnSpc>
            </a:pP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self.checkBox1.setChecked(True)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self.checkBox1.stateChanged.connect(</a:t>
            </a:r>
            <a:r>
              <a:rPr lang="en-US" altLang="zh-CN" sz="110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lambda:self.checkboxState</a:t>
            </a:r>
            <a:r>
              <a:rPr lang="en-US" altLang="zh-CN" sz="11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(self.checkBox1)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layout.addWidget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(self.checkBox1)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self.checkBox2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QCheckBox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复选框控件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2')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self.checkBox2.stateChanged.connect(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lambda:self.checkboxState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(self.checkBox2))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layout.addWidget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(self.checkBox2)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self.checkBox3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QCheckBox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半选中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self.checkBox3.stateChanged.connect(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lambda:self.checkboxState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(self.checkBox3))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#PartiallyChecked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部分选择，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unchecked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未选中，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checked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选中</a:t>
            </a:r>
          </a:p>
          <a:p>
            <a:pPr algn="l">
              <a:lnSpc>
                <a:spcPct val="150000"/>
              </a:lnSpc>
            </a:pP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self.checkBox3.setCheckState(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Qt.PartiallyChecked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layout.addWidget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(self.checkBox3)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def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checkboxState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self,cb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check1Status = self.checkBox1.text() + ', isChecked=' + str(self.checkBox1.isChecked()) + ',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checkState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 + str(self.checkBox1.checkState()) + '\n'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check2Status = self.checkBox2.text() + ', isChecked=' + str(self.checkBox2.isChecked()) + ',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checkState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 + str(self.checkBox2.checkState()) + '\n'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check3Status = self.checkBox3.text() + ', isChecked=' + str(self.checkBox3.isChecked()) + ',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checkState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 + str(self.checkBox3.checkState()) + '\n'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print(check1Status + check2Status + check3Status)</a:t>
            </a:r>
          </a:p>
          <a:p>
            <a:pPr algn="l">
              <a:lnSpc>
                <a:spcPct val="150000"/>
              </a:lnSpc>
            </a:pPr>
            <a:endParaRPr lang="zh-CN" altLang="en-US" sz="20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DAAE315-DBAC-46F7-A4B7-3B87969E3EDB}"/>
              </a:ext>
            </a:extLst>
          </p:cNvPr>
          <p:cNvSpPr/>
          <p:nvPr/>
        </p:nvSpPr>
        <p:spPr>
          <a:xfrm>
            <a:off x="0" y="246237"/>
            <a:ext cx="12192000" cy="6365525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99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BC49C045-CD01-47E4-92A5-4455616277FC}"/>
              </a:ext>
            </a:extLst>
          </p:cNvPr>
          <p:cNvGrpSpPr/>
          <p:nvPr/>
        </p:nvGrpSpPr>
        <p:grpSpPr>
          <a:xfrm>
            <a:off x="541499" y="1929082"/>
            <a:ext cx="11109002" cy="2999835"/>
            <a:chOff x="2140259" y="1174389"/>
            <a:chExt cx="17834072" cy="320677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8F7B8E7-1644-409F-A20A-E2AF3018C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-900000">
              <a:off x="2140259" y="1174389"/>
              <a:ext cx="2804403" cy="3206774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0C74020-3000-481B-BA8B-346EE93A2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 radius="14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-60000">
              <a:off x="3649017" y="1174389"/>
              <a:ext cx="2834886" cy="320677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48981E5-8C04-472F-A6AA-1AA378EC3287}"/>
                </a:ext>
              </a:extLst>
            </p:cNvPr>
            <p:cNvSpPr txBox="1"/>
            <p:nvPr/>
          </p:nvSpPr>
          <p:spPr>
            <a:xfrm rot="780000">
              <a:off x="5828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a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C8B8F3F-E040-4A10-8A82-28377864686F}"/>
                </a:ext>
              </a:extLst>
            </p:cNvPr>
            <p:cNvSpPr txBox="1"/>
            <p:nvPr/>
          </p:nvSpPr>
          <p:spPr>
            <a:xfrm rot="780000">
              <a:off x="7352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n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4801BA0-0061-460A-B971-E3780256C05B}"/>
                </a:ext>
              </a:extLst>
            </p:cNvPr>
            <p:cNvSpPr txBox="1"/>
            <p:nvPr/>
          </p:nvSpPr>
          <p:spPr>
            <a:xfrm rot="420000">
              <a:off x="8876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k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46E3C-094E-4E89-AB67-0E25A8A854AF}"/>
                </a:ext>
              </a:extLst>
            </p:cNvPr>
            <p:cNvSpPr txBox="1"/>
            <p:nvPr/>
          </p:nvSpPr>
          <p:spPr>
            <a:xfrm rot="-1140000">
              <a:off x="10400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 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54612C2-7543-4279-A610-181DAC785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Blur radius="12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-240000">
              <a:off x="11323886" y="1174389"/>
              <a:ext cx="2725148" cy="3206774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CB2CB0B-D76A-48BC-91A7-52B89B7AC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Blur radius="7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-660000">
              <a:off x="12783872" y="1174389"/>
              <a:ext cx="2853175" cy="3206774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AED3CC1-4A06-4875-9A10-3A38A1011BD4}"/>
                </a:ext>
              </a:extLst>
            </p:cNvPr>
            <p:cNvSpPr txBox="1"/>
            <p:nvPr/>
          </p:nvSpPr>
          <p:spPr>
            <a:xfrm rot="180000">
              <a:off x="14972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u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2733F05-BEE1-42C5-9276-0B4235F652F1}"/>
                </a:ext>
              </a:extLst>
            </p:cNvPr>
            <p:cNvSpPr txBox="1"/>
            <p:nvPr/>
          </p:nvSpPr>
          <p:spPr>
            <a:xfrm rot="-180000">
              <a:off x="16496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 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CAACCAA-AE69-4539-8860-395BD6FFA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Blur radius="23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660000">
              <a:off x="17590588" y="1174389"/>
              <a:ext cx="2383743" cy="3206774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573EF690-9664-4EFF-9152-4AD60448B081}"/>
              </a:ext>
            </a:extLst>
          </p:cNvPr>
          <p:cNvSpPr txBox="1"/>
          <p:nvPr/>
        </p:nvSpPr>
        <p:spPr>
          <a:xfrm>
            <a:off x="3056031" y="4350839"/>
            <a:ext cx="5935432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algn="ctr"/>
            <a:r>
              <a:rPr lang="en-US" altLang="zh-CN" sz="1200" i="1" dirty="0">
                <a:solidFill>
                  <a:srgbClr val="0D0D0D"/>
                </a:solidFill>
                <a:latin typeface="Source Han Sans Light"/>
                <a:ea typeface="微软雅黑 Light" panose="020B0502040204020203" pitchFamily="34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i="1" dirty="0" err="1">
                <a:solidFill>
                  <a:srgbClr val="0D0D0D"/>
                </a:solidFill>
                <a:latin typeface="Source Han Sans Light"/>
                <a:ea typeface="微软雅黑 Light" panose="020B0502040204020203" pitchFamily="34" charset="-122"/>
              </a:rPr>
              <a:t>urna</a:t>
            </a:r>
            <a:r>
              <a:rPr lang="en-US" altLang="zh-CN" sz="1200" i="1" dirty="0">
                <a:solidFill>
                  <a:srgbClr val="0D0D0D"/>
                </a:solidFill>
                <a:latin typeface="Source Han Sans Light"/>
                <a:ea typeface="微软雅黑 Light" panose="020B0502040204020203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26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2000" spc="12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1769</Words>
  <Application>Microsoft Office PowerPoint</Application>
  <PresentationFormat>宽屏</PresentationFormat>
  <Paragraphs>205</Paragraphs>
  <Slides>15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Source Han Sans Light</vt:lpstr>
      <vt:lpstr>等线</vt:lpstr>
      <vt:lpstr>等线 Light</vt:lpstr>
      <vt:lpstr>微软雅黑</vt:lpstr>
      <vt:lpstr>微软雅黑</vt:lpstr>
      <vt:lpstr>微软雅黑 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ylliu</dc:creator>
  <cp:lastModifiedBy>ylliu</cp:lastModifiedBy>
  <cp:revision>5</cp:revision>
  <dcterms:created xsi:type="dcterms:W3CDTF">2022-03-08T03:45:10Z</dcterms:created>
  <dcterms:modified xsi:type="dcterms:W3CDTF">2022-03-11T07:40:25Z</dcterms:modified>
</cp:coreProperties>
</file>