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66" r:id="rId3"/>
    <p:sldId id="276" r:id="rId4"/>
    <p:sldId id="258" r:id="rId5"/>
    <p:sldId id="260" r:id="rId6"/>
    <p:sldId id="261" r:id="rId7"/>
    <p:sldId id="262" r:id="rId8"/>
    <p:sldId id="281" r:id="rId9"/>
    <p:sldId id="277" r:id="rId10"/>
    <p:sldId id="280" r:id="rId11"/>
    <p:sldId id="278" r:id="rId12"/>
    <p:sldId id="282" r:id="rId13"/>
    <p:sldId id="283" r:id="rId14"/>
    <p:sldId id="27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72" autoAdjust="0"/>
  </p:normalViewPr>
  <p:slideViewPr>
    <p:cSldViewPr snapToGrid="0" showGuides="1">
      <p:cViewPr varScale="1">
        <p:scale>
          <a:sx n="41" d="100"/>
          <a:sy n="41" d="100"/>
        </p:scale>
        <p:origin x="1604" y="4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刘 用龙" userId="57dddb669ed2e383" providerId="LiveId" clId="{FC730A96-777A-437B-A5EA-4DA786A0D693}"/>
    <pc:docChg chg="undo custSel addSld delSld modSld sldOrd">
      <pc:chgData name="刘 用龙" userId="57dddb669ed2e383" providerId="LiveId" clId="{FC730A96-777A-437B-A5EA-4DA786A0D693}" dt="2022-03-11T07:40:22.119" v="5311"/>
      <pc:docMkLst>
        <pc:docMk/>
      </pc:docMkLst>
      <pc:sldChg chg="addSp delSp modSp new del mod">
        <pc:chgData name="刘 用龙" userId="57dddb669ed2e383" providerId="LiveId" clId="{FC730A96-777A-437B-A5EA-4DA786A0D693}" dt="2022-03-11T06:58:54.448" v="2966" actId="47"/>
        <pc:sldMkLst>
          <pc:docMk/>
          <pc:sldMk cId="943805527" sldId="256"/>
        </pc:sldMkLst>
        <pc:spChg chg="del">
          <ac:chgData name="刘 用龙" userId="57dddb669ed2e383" providerId="LiveId" clId="{FC730A96-777A-437B-A5EA-4DA786A0D693}" dt="2022-03-08T03:46:21.538" v="1" actId="478"/>
          <ac:spMkLst>
            <pc:docMk/>
            <pc:sldMk cId="943805527" sldId="256"/>
            <ac:spMk id="2" creationId="{640C566E-5C49-41C8-B4EE-5B976977C5EF}"/>
          </ac:spMkLst>
        </pc:spChg>
        <pc:spChg chg="add mod">
          <ac:chgData name="刘 用龙" userId="57dddb669ed2e383" providerId="LiveId" clId="{FC730A96-777A-437B-A5EA-4DA786A0D693}" dt="2022-03-11T06:58:35.297" v="2271" actId="20577"/>
          <ac:spMkLst>
            <pc:docMk/>
            <pc:sldMk cId="943805527" sldId="256"/>
            <ac:spMk id="2" creationId="{AA6AE005-F9F7-454D-B34D-EDD66E4A78A2}"/>
          </ac:spMkLst>
        </pc:spChg>
        <pc:spChg chg="del">
          <ac:chgData name="刘 用龙" userId="57dddb669ed2e383" providerId="LiveId" clId="{FC730A96-777A-437B-A5EA-4DA786A0D693}" dt="2022-03-08T03:46:24.180" v="2" actId="478"/>
          <ac:spMkLst>
            <pc:docMk/>
            <pc:sldMk cId="943805527" sldId="256"/>
            <ac:spMk id="3" creationId="{49B71AA8-6FAE-4003-8FA6-03548C764EA7}"/>
          </ac:spMkLst>
        </pc:spChg>
      </pc:sldChg>
      <pc:sldChg chg="addSp modSp add del mod">
        <pc:chgData name="刘 用龙" userId="57dddb669ed2e383" providerId="LiveId" clId="{FC730A96-777A-437B-A5EA-4DA786A0D693}" dt="2022-03-11T06:59:55.317" v="4410" actId="47"/>
        <pc:sldMkLst>
          <pc:docMk/>
          <pc:sldMk cId="1398017201" sldId="257"/>
        </pc:sldMkLst>
        <pc:spChg chg="add mod">
          <ac:chgData name="刘 用龙" userId="57dddb669ed2e383" providerId="LiveId" clId="{FC730A96-777A-437B-A5EA-4DA786A0D693}" dt="2022-03-11T06:53:22.906" v="1263" actId="164"/>
          <ac:spMkLst>
            <pc:docMk/>
            <pc:sldMk cId="1398017201" sldId="257"/>
            <ac:spMk id="2" creationId="{A74366AA-CD4B-4C00-B9AF-3EAA0AA5D07F}"/>
          </ac:spMkLst>
        </pc:spChg>
        <pc:spChg chg="add mod">
          <ac:chgData name="刘 用龙" userId="57dddb669ed2e383" providerId="LiveId" clId="{FC730A96-777A-437B-A5EA-4DA786A0D693}" dt="2022-03-11T06:53:22.906" v="1263" actId="164"/>
          <ac:spMkLst>
            <pc:docMk/>
            <pc:sldMk cId="1398017201" sldId="257"/>
            <ac:spMk id="3" creationId="{B80D410A-CC99-4807-9FBF-A1834EDA22D7}"/>
          </ac:spMkLst>
        </pc:spChg>
        <pc:grpChg chg="add mod">
          <ac:chgData name="刘 用龙" userId="57dddb669ed2e383" providerId="LiveId" clId="{FC730A96-777A-437B-A5EA-4DA786A0D693}" dt="2022-03-11T06:53:27.765" v="1264" actId="1076"/>
          <ac:grpSpMkLst>
            <pc:docMk/>
            <pc:sldMk cId="1398017201" sldId="257"/>
            <ac:grpSpMk id="4" creationId="{8B65A965-0BD1-4AC4-9B35-B4E921A9E9E0}"/>
          </ac:grpSpMkLst>
        </pc:grpChg>
      </pc:sldChg>
      <pc:sldChg chg="addSp modSp add mod modNotesTx">
        <pc:chgData name="刘 用龙" userId="57dddb669ed2e383" providerId="LiveId" clId="{FC730A96-777A-437B-A5EA-4DA786A0D693}" dt="2022-03-10T09:18:23.276" v="604" actId="1076"/>
        <pc:sldMkLst>
          <pc:docMk/>
          <pc:sldMk cId="4046447317" sldId="258"/>
        </pc:sldMkLst>
        <pc:spChg chg="add mod">
          <ac:chgData name="刘 用龙" userId="57dddb669ed2e383" providerId="LiveId" clId="{FC730A96-777A-437B-A5EA-4DA786A0D693}" dt="2022-03-10T07:28:23.574" v="550" actId="14100"/>
          <ac:spMkLst>
            <pc:docMk/>
            <pc:sldMk cId="4046447317" sldId="258"/>
            <ac:spMk id="2" creationId="{8A783246-2FBF-4057-818C-D9AC79128252}"/>
          </ac:spMkLst>
        </pc:spChg>
        <pc:picChg chg="add mod">
          <ac:chgData name="刘 用龙" userId="57dddb669ed2e383" providerId="LiveId" clId="{FC730A96-777A-437B-A5EA-4DA786A0D693}" dt="2022-03-10T09:18:23.276" v="604" actId="1076"/>
          <ac:picMkLst>
            <pc:docMk/>
            <pc:sldMk cId="4046447317" sldId="258"/>
            <ac:picMk id="4" creationId="{9A0FF210-4C41-46B5-AA80-EB3E85064B31}"/>
          </ac:picMkLst>
        </pc:picChg>
        <pc:picChg chg="add mod">
          <ac:chgData name="刘 用龙" userId="57dddb669ed2e383" providerId="LiveId" clId="{FC730A96-777A-437B-A5EA-4DA786A0D693}" dt="2022-03-10T07:31:02.269" v="596" actId="14100"/>
          <ac:picMkLst>
            <pc:docMk/>
            <pc:sldMk cId="4046447317" sldId="258"/>
            <ac:picMk id="1026" creationId="{898C1430-EA7C-4AD5-A1DA-8D4047079866}"/>
          </ac:picMkLst>
        </pc:picChg>
        <pc:picChg chg="add mod">
          <ac:chgData name="刘 用龙" userId="57dddb669ed2e383" providerId="LiveId" clId="{FC730A96-777A-437B-A5EA-4DA786A0D693}" dt="2022-03-10T07:31:22.613" v="599" actId="14100"/>
          <ac:picMkLst>
            <pc:docMk/>
            <pc:sldMk cId="4046447317" sldId="258"/>
            <ac:picMk id="1028" creationId="{57A1EF68-A981-4B0C-8EE7-BF9C8AADAC37}"/>
          </ac:picMkLst>
        </pc:picChg>
      </pc:sldChg>
      <pc:sldChg chg="addSp delSp modSp add mod">
        <pc:chgData name="刘 用龙" userId="57dddb669ed2e383" providerId="LiveId" clId="{FC730A96-777A-437B-A5EA-4DA786A0D693}" dt="2022-03-11T06:54:29.615" v="1268" actId="208"/>
        <pc:sldMkLst>
          <pc:docMk/>
          <pc:sldMk cId="2662464346" sldId="259"/>
        </pc:sldMkLst>
        <pc:spChg chg="add del mod">
          <ac:chgData name="刘 用龙" userId="57dddb669ed2e383" providerId="LiveId" clId="{FC730A96-777A-437B-A5EA-4DA786A0D693}" dt="2022-03-10T09:18:41.151" v="608"/>
          <ac:spMkLst>
            <pc:docMk/>
            <pc:sldMk cId="2662464346" sldId="259"/>
            <ac:spMk id="2" creationId="{2EE996E9-89B6-494A-AA24-BC472F564131}"/>
          </ac:spMkLst>
        </pc:spChg>
        <pc:spChg chg="add mod">
          <ac:chgData name="刘 用龙" userId="57dddb669ed2e383" providerId="LiveId" clId="{FC730A96-777A-437B-A5EA-4DA786A0D693}" dt="2022-03-11T06:54:29.615" v="1268" actId="208"/>
          <ac:spMkLst>
            <pc:docMk/>
            <pc:sldMk cId="2662464346" sldId="259"/>
            <ac:spMk id="2" creationId="{D165B648-3CC5-468C-980D-B41BFD1DA40A}"/>
          </ac:spMkLst>
        </pc:spChg>
        <pc:spChg chg="add del mod">
          <ac:chgData name="刘 用龙" userId="57dddb669ed2e383" providerId="LiveId" clId="{FC730A96-777A-437B-A5EA-4DA786A0D693}" dt="2022-03-10T09:19:42.741" v="615" actId="478"/>
          <ac:spMkLst>
            <pc:docMk/>
            <pc:sldMk cId="2662464346" sldId="259"/>
            <ac:spMk id="3" creationId="{92609179-643A-44D4-A78E-1A539EE70E79}"/>
          </ac:spMkLst>
        </pc:spChg>
        <pc:spChg chg="add del mod">
          <ac:chgData name="刘 用龙" userId="57dddb669ed2e383" providerId="LiveId" clId="{FC730A96-777A-437B-A5EA-4DA786A0D693}" dt="2022-03-10T09:21:53.245" v="626" actId="478"/>
          <ac:spMkLst>
            <pc:docMk/>
            <pc:sldMk cId="2662464346" sldId="259"/>
            <ac:spMk id="4" creationId="{4A17F3B9-612D-48CE-A99B-298FB349A60E}"/>
          </ac:spMkLst>
        </pc:spChg>
        <pc:spChg chg="add del mod">
          <ac:chgData name="刘 用龙" userId="57dddb669ed2e383" providerId="LiveId" clId="{FC730A96-777A-437B-A5EA-4DA786A0D693}" dt="2022-03-10T09:20:48.451" v="623"/>
          <ac:spMkLst>
            <pc:docMk/>
            <pc:sldMk cId="2662464346" sldId="259"/>
            <ac:spMk id="5" creationId="{645FB3A3-62DB-4183-A361-CCB15AA40D08}"/>
          </ac:spMkLst>
        </pc:spChg>
        <pc:spChg chg="add mod">
          <ac:chgData name="刘 用龙" userId="57dddb669ed2e383" providerId="LiveId" clId="{FC730A96-777A-437B-A5EA-4DA786A0D693}" dt="2022-03-11T02:09:08.688" v="714" actId="1076"/>
          <ac:spMkLst>
            <pc:docMk/>
            <pc:sldMk cId="2662464346" sldId="259"/>
            <ac:spMk id="6" creationId="{41817956-6A5B-4AAF-9A6F-0E6E73983DC1}"/>
          </ac:spMkLst>
        </pc:spChg>
      </pc:sldChg>
      <pc:sldChg chg="addSp modSp add mod modNotesTx">
        <pc:chgData name="刘 用龙" userId="57dddb669ed2e383" providerId="LiveId" clId="{FC730A96-777A-437B-A5EA-4DA786A0D693}" dt="2022-03-11T02:20:50.259" v="781" actId="1076"/>
        <pc:sldMkLst>
          <pc:docMk/>
          <pc:sldMk cId="4000764089" sldId="260"/>
        </pc:sldMkLst>
        <pc:spChg chg="add mod">
          <ac:chgData name="刘 用龙" userId="57dddb669ed2e383" providerId="LiveId" clId="{FC730A96-777A-437B-A5EA-4DA786A0D693}" dt="2022-03-11T02:20:50.259" v="781" actId="1076"/>
          <ac:spMkLst>
            <pc:docMk/>
            <pc:sldMk cId="4000764089" sldId="260"/>
            <ac:spMk id="6" creationId="{EC824C42-EA97-4C0B-818D-B80BF5F5C7D3}"/>
          </ac:spMkLst>
        </pc:spChg>
        <pc:picChg chg="add mod">
          <ac:chgData name="刘 用龙" userId="57dddb669ed2e383" providerId="LiveId" clId="{FC730A96-777A-437B-A5EA-4DA786A0D693}" dt="2022-03-11T02:20:36.440" v="779" actId="1076"/>
          <ac:picMkLst>
            <pc:docMk/>
            <pc:sldMk cId="4000764089" sldId="260"/>
            <ac:picMk id="3074" creationId="{B8AFDEA1-5637-40AE-A393-77831E1615E6}"/>
          </ac:picMkLst>
        </pc:picChg>
        <pc:picChg chg="add mod">
          <ac:chgData name="刘 用龙" userId="57dddb669ed2e383" providerId="LiveId" clId="{FC730A96-777A-437B-A5EA-4DA786A0D693}" dt="2022-03-10T09:55:00.107" v="670" actId="14100"/>
          <ac:picMkLst>
            <pc:docMk/>
            <pc:sldMk cId="4000764089" sldId="260"/>
            <ac:picMk id="3076" creationId="{23969EFD-5C15-4005-BA48-D193661B0500}"/>
          </ac:picMkLst>
        </pc:picChg>
        <pc:picChg chg="add mod">
          <ac:chgData name="刘 用龙" userId="57dddb669ed2e383" providerId="LiveId" clId="{FC730A96-777A-437B-A5EA-4DA786A0D693}" dt="2022-03-10T09:55:44.356" v="675" actId="1076"/>
          <ac:picMkLst>
            <pc:docMk/>
            <pc:sldMk cId="4000764089" sldId="260"/>
            <ac:picMk id="3078" creationId="{51F613CA-D760-4033-8DCC-E4687B563B8D}"/>
          </ac:picMkLst>
        </pc:picChg>
        <pc:picChg chg="add mod">
          <ac:chgData name="刘 用龙" userId="57dddb669ed2e383" providerId="LiveId" clId="{FC730A96-777A-437B-A5EA-4DA786A0D693}" dt="2022-03-10T09:56:11.629" v="680" actId="14100"/>
          <ac:picMkLst>
            <pc:docMk/>
            <pc:sldMk cId="4000764089" sldId="260"/>
            <ac:picMk id="3080" creationId="{D6086A23-6CB9-4072-9BB9-73EEDCCD5D77}"/>
          </ac:picMkLst>
        </pc:picChg>
      </pc:sldChg>
      <pc:sldChg chg="addSp delSp modSp add mod">
        <pc:chgData name="刘 用龙" userId="57dddb669ed2e383" providerId="LiveId" clId="{FC730A96-777A-437B-A5EA-4DA786A0D693}" dt="2022-03-11T06:55:06.223" v="1273" actId="14100"/>
        <pc:sldMkLst>
          <pc:docMk/>
          <pc:sldMk cId="398348066" sldId="261"/>
        </pc:sldMkLst>
        <pc:spChg chg="add mod">
          <ac:chgData name="刘 用龙" userId="57dddb669ed2e383" providerId="LiveId" clId="{FC730A96-777A-437B-A5EA-4DA786A0D693}" dt="2022-03-11T02:11:23.345" v="739"/>
          <ac:spMkLst>
            <pc:docMk/>
            <pc:sldMk cId="398348066" sldId="261"/>
            <ac:spMk id="2" creationId="{639274E9-512F-43BA-B6C6-6574EDBB462D}"/>
          </ac:spMkLst>
        </pc:spChg>
        <pc:spChg chg="add del">
          <ac:chgData name="刘 用龙" userId="57dddb669ed2e383" providerId="LiveId" clId="{FC730A96-777A-437B-A5EA-4DA786A0D693}" dt="2022-03-11T02:04:50.046" v="684"/>
          <ac:spMkLst>
            <pc:docMk/>
            <pc:sldMk cId="398348066" sldId="261"/>
            <ac:spMk id="3" creationId="{2D28248D-489B-4A56-A414-8BA3EFD0AEFA}"/>
          </ac:spMkLst>
        </pc:spChg>
        <pc:spChg chg="add del mod">
          <ac:chgData name="刘 用龙" userId="57dddb669ed2e383" providerId="LiveId" clId="{FC730A96-777A-437B-A5EA-4DA786A0D693}" dt="2022-03-11T02:10:41.083" v="731"/>
          <ac:spMkLst>
            <pc:docMk/>
            <pc:sldMk cId="398348066" sldId="261"/>
            <ac:spMk id="4" creationId="{6BDBDFB7-7634-4349-885A-A6DCC7E4DDF0}"/>
          </ac:spMkLst>
        </pc:spChg>
        <pc:spChg chg="add mod">
          <ac:chgData name="刘 用龙" userId="57dddb669ed2e383" providerId="LiveId" clId="{FC730A96-777A-437B-A5EA-4DA786A0D693}" dt="2022-03-11T06:55:06.223" v="1273" actId="14100"/>
          <ac:spMkLst>
            <pc:docMk/>
            <pc:sldMk cId="398348066" sldId="261"/>
            <ac:spMk id="7" creationId="{8A83247E-6BF6-4C49-B270-A14116632946}"/>
          </ac:spMkLst>
        </pc:spChg>
        <pc:picChg chg="add mod">
          <ac:chgData name="刘 用龙" userId="57dddb669ed2e383" providerId="LiveId" clId="{FC730A96-777A-437B-A5EA-4DA786A0D693}" dt="2022-03-11T02:11:28.053" v="740" actId="1076"/>
          <ac:picMkLst>
            <pc:docMk/>
            <pc:sldMk cId="398348066" sldId="261"/>
            <ac:picMk id="6" creationId="{6A8ECBE7-D942-459D-8E71-A889050CD559}"/>
          </ac:picMkLst>
        </pc:picChg>
      </pc:sldChg>
      <pc:sldChg chg="addSp modSp add mod">
        <pc:chgData name="刘 用龙" userId="57dddb669ed2e383" providerId="LiveId" clId="{FC730A96-777A-437B-A5EA-4DA786A0D693}" dt="2022-03-11T06:55:35.839" v="1278" actId="1076"/>
        <pc:sldMkLst>
          <pc:docMk/>
          <pc:sldMk cId="3622032818" sldId="262"/>
        </pc:sldMkLst>
        <pc:spChg chg="add mod">
          <ac:chgData name="刘 用龙" userId="57dddb669ed2e383" providerId="LiveId" clId="{FC730A96-777A-437B-A5EA-4DA786A0D693}" dt="2022-03-11T02:29:17.038" v="814" actId="20577"/>
          <ac:spMkLst>
            <pc:docMk/>
            <pc:sldMk cId="3622032818" sldId="262"/>
            <ac:spMk id="2" creationId="{FAEECACF-A8BA-4306-8BF7-4CB7ADCBA21B}"/>
          </ac:spMkLst>
        </pc:spChg>
        <pc:spChg chg="add mod">
          <ac:chgData name="刘 用龙" userId="57dddb669ed2e383" providerId="LiveId" clId="{FC730A96-777A-437B-A5EA-4DA786A0D693}" dt="2022-03-11T02:28:19.188" v="806" actId="1076"/>
          <ac:spMkLst>
            <pc:docMk/>
            <pc:sldMk cId="3622032818" sldId="262"/>
            <ac:spMk id="5" creationId="{1CBBBD1F-9B2E-49A4-A89F-2B908A0CAEED}"/>
          </ac:spMkLst>
        </pc:spChg>
        <pc:spChg chg="add mod">
          <ac:chgData name="刘 用龙" userId="57dddb669ed2e383" providerId="LiveId" clId="{FC730A96-777A-437B-A5EA-4DA786A0D693}" dt="2022-03-11T06:55:35.839" v="1278" actId="1076"/>
          <ac:spMkLst>
            <pc:docMk/>
            <pc:sldMk cId="3622032818" sldId="262"/>
            <ac:spMk id="7" creationId="{FFCBC697-2666-4C0D-9E26-3E8392F08DC5}"/>
          </ac:spMkLst>
        </pc:spChg>
        <pc:picChg chg="add mod">
          <ac:chgData name="刘 用龙" userId="57dddb669ed2e383" providerId="LiveId" clId="{FC730A96-777A-437B-A5EA-4DA786A0D693}" dt="2022-03-11T02:28:32.294" v="807" actId="1076"/>
          <ac:picMkLst>
            <pc:docMk/>
            <pc:sldMk cId="3622032818" sldId="262"/>
            <ac:picMk id="4" creationId="{8D5324AC-447D-4BB5-9CC7-2C6CC5AA0E10}"/>
          </ac:picMkLst>
        </pc:picChg>
        <pc:picChg chg="add mod">
          <ac:chgData name="刘 用龙" userId="57dddb669ed2e383" providerId="LiveId" clId="{FC730A96-777A-437B-A5EA-4DA786A0D693}" dt="2022-03-11T02:22:22.752" v="798" actId="1076"/>
          <ac:picMkLst>
            <pc:docMk/>
            <pc:sldMk cId="3622032818" sldId="262"/>
            <ac:picMk id="2050" creationId="{7356CE4A-7EEF-4B30-A4E3-D9F4798D8562}"/>
          </ac:picMkLst>
        </pc:picChg>
      </pc:sldChg>
      <pc:sldChg chg="addSp modSp add mod">
        <pc:chgData name="刘 用龙" userId="57dddb669ed2e383" providerId="LiveId" clId="{FC730A96-777A-437B-A5EA-4DA786A0D693}" dt="2022-03-11T06:55:54.872" v="1284"/>
        <pc:sldMkLst>
          <pc:docMk/>
          <pc:sldMk cId="277055532" sldId="263"/>
        </pc:sldMkLst>
        <pc:spChg chg="add mod">
          <ac:chgData name="刘 用龙" userId="57dddb669ed2e383" providerId="LiveId" clId="{FC730A96-777A-437B-A5EA-4DA786A0D693}" dt="2022-03-11T02:30:17.513" v="851" actId="14100"/>
          <ac:spMkLst>
            <pc:docMk/>
            <pc:sldMk cId="277055532" sldId="263"/>
            <ac:spMk id="2" creationId="{202A6ACA-4D81-4D66-9C26-9A954980C7E6}"/>
          </ac:spMkLst>
        </pc:spChg>
        <pc:spChg chg="add mod">
          <ac:chgData name="刘 用龙" userId="57dddb669ed2e383" providerId="LiveId" clId="{FC730A96-777A-437B-A5EA-4DA786A0D693}" dt="2022-03-11T02:47:34.438" v="867" actId="14100"/>
          <ac:spMkLst>
            <pc:docMk/>
            <pc:sldMk cId="277055532" sldId="263"/>
            <ac:spMk id="7" creationId="{6A9A2265-AFDB-41A7-9187-3C30F2C7C90F}"/>
          </ac:spMkLst>
        </pc:spChg>
        <pc:spChg chg="add mod">
          <ac:chgData name="刘 用龙" userId="57dddb669ed2e383" providerId="LiveId" clId="{FC730A96-777A-437B-A5EA-4DA786A0D693}" dt="2022-03-11T06:55:54.872" v="1284"/>
          <ac:spMkLst>
            <pc:docMk/>
            <pc:sldMk cId="277055532" sldId="263"/>
            <ac:spMk id="8" creationId="{16F116DA-BCCC-479C-A284-64AB913059BB}"/>
          </ac:spMkLst>
        </pc:spChg>
        <pc:picChg chg="add mod">
          <ac:chgData name="刘 用龙" userId="57dddb669ed2e383" providerId="LiveId" clId="{FC730A96-777A-437B-A5EA-4DA786A0D693}" dt="2022-03-11T02:46:17.678" v="856" actId="1076"/>
          <ac:picMkLst>
            <pc:docMk/>
            <pc:sldMk cId="277055532" sldId="263"/>
            <ac:picMk id="4" creationId="{78BB8468-32EF-4824-A23F-534D3245ADE8}"/>
          </ac:picMkLst>
        </pc:picChg>
        <pc:picChg chg="add mod">
          <ac:chgData name="刘 用龙" userId="57dddb669ed2e383" providerId="LiveId" clId="{FC730A96-777A-437B-A5EA-4DA786A0D693}" dt="2022-03-11T02:46:07.505" v="855" actId="1076"/>
          <ac:picMkLst>
            <pc:docMk/>
            <pc:sldMk cId="277055532" sldId="263"/>
            <ac:picMk id="6" creationId="{8009024A-1CB2-4C78-949E-1548C46A19A6}"/>
          </ac:picMkLst>
        </pc:picChg>
      </pc:sldChg>
      <pc:sldChg chg="addSp modSp add mod">
        <pc:chgData name="刘 用龙" userId="57dddb669ed2e383" providerId="LiveId" clId="{FC730A96-777A-437B-A5EA-4DA786A0D693}" dt="2022-03-11T06:56:07.615" v="1287" actId="14100"/>
        <pc:sldMkLst>
          <pc:docMk/>
          <pc:sldMk cId="3299764503" sldId="264"/>
        </pc:sldMkLst>
        <pc:spChg chg="add mod">
          <ac:chgData name="刘 用龙" userId="57dddb669ed2e383" providerId="LiveId" clId="{FC730A96-777A-437B-A5EA-4DA786A0D693}" dt="2022-03-11T03:16:54.213" v="914" actId="20577"/>
          <ac:spMkLst>
            <pc:docMk/>
            <pc:sldMk cId="3299764503" sldId="264"/>
            <ac:spMk id="2" creationId="{623CC8BE-41F2-48D4-B11B-7EAE3F83C87A}"/>
          </ac:spMkLst>
        </pc:spChg>
        <pc:spChg chg="add mod">
          <ac:chgData name="刘 用龙" userId="57dddb669ed2e383" providerId="LiveId" clId="{FC730A96-777A-437B-A5EA-4DA786A0D693}" dt="2022-03-11T03:08:00.319" v="908" actId="20577"/>
          <ac:spMkLst>
            <pc:docMk/>
            <pc:sldMk cId="3299764503" sldId="264"/>
            <ac:spMk id="3" creationId="{1CAF818F-F759-49D0-AFAA-9777E3D3049B}"/>
          </ac:spMkLst>
        </pc:spChg>
        <pc:spChg chg="add mod">
          <ac:chgData name="刘 用龙" userId="57dddb669ed2e383" providerId="LiveId" clId="{FC730A96-777A-437B-A5EA-4DA786A0D693}" dt="2022-03-11T06:56:07.615" v="1287" actId="14100"/>
          <ac:spMkLst>
            <pc:docMk/>
            <pc:sldMk cId="3299764503" sldId="264"/>
            <ac:spMk id="7" creationId="{7516E24D-4756-4084-8CC8-173154FE3682}"/>
          </ac:spMkLst>
        </pc:spChg>
        <pc:picChg chg="add mod">
          <ac:chgData name="刘 用龙" userId="57dddb669ed2e383" providerId="LiveId" clId="{FC730A96-777A-437B-A5EA-4DA786A0D693}" dt="2022-03-11T03:08:38.674" v="911" actId="14100"/>
          <ac:picMkLst>
            <pc:docMk/>
            <pc:sldMk cId="3299764503" sldId="264"/>
            <ac:picMk id="5" creationId="{5524FD23-BE28-46BE-BCC8-A9AFF9A50563}"/>
          </ac:picMkLst>
        </pc:picChg>
        <pc:picChg chg="add mod">
          <ac:chgData name="刘 用龙" userId="57dddb669ed2e383" providerId="LiveId" clId="{FC730A96-777A-437B-A5EA-4DA786A0D693}" dt="2022-03-11T02:53:10.969" v="897" actId="1076"/>
          <ac:picMkLst>
            <pc:docMk/>
            <pc:sldMk cId="3299764503" sldId="264"/>
            <ac:picMk id="3074" creationId="{8767750A-82E9-46B1-868E-02EA8F4E362E}"/>
          </ac:picMkLst>
        </pc:picChg>
      </pc:sldChg>
      <pc:sldChg chg="addSp modSp add mod">
        <pc:chgData name="刘 用龙" userId="57dddb669ed2e383" providerId="LiveId" clId="{FC730A96-777A-437B-A5EA-4DA786A0D693}" dt="2022-03-11T06:56:28.463" v="1292" actId="14100"/>
        <pc:sldMkLst>
          <pc:docMk/>
          <pc:sldMk cId="3049503952" sldId="265"/>
        </pc:sldMkLst>
        <pc:spChg chg="add mod">
          <ac:chgData name="刘 用龙" userId="57dddb669ed2e383" providerId="LiveId" clId="{FC730A96-777A-437B-A5EA-4DA786A0D693}" dt="2022-03-11T03:18:11.622" v="928" actId="20577"/>
          <ac:spMkLst>
            <pc:docMk/>
            <pc:sldMk cId="3049503952" sldId="265"/>
            <ac:spMk id="2" creationId="{967C4E18-3798-4237-80E9-1889983C65C0}"/>
          </ac:spMkLst>
        </pc:spChg>
        <pc:spChg chg="add mod">
          <ac:chgData name="刘 用龙" userId="57dddb669ed2e383" providerId="LiveId" clId="{FC730A96-777A-437B-A5EA-4DA786A0D693}" dt="2022-03-11T03:27:03.509" v="947" actId="255"/>
          <ac:spMkLst>
            <pc:docMk/>
            <pc:sldMk cId="3049503952" sldId="265"/>
            <ac:spMk id="5" creationId="{A73EAF37-A04A-4FB7-8D5A-4D463177D873}"/>
          </ac:spMkLst>
        </pc:spChg>
        <pc:spChg chg="add mod">
          <ac:chgData name="刘 用龙" userId="57dddb669ed2e383" providerId="LiveId" clId="{FC730A96-777A-437B-A5EA-4DA786A0D693}" dt="2022-03-11T06:56:28.463" v="1292" actId="14100"/>
          <ac:spMkLst>
            <pc:docMk/>
            <pc:sldMk cId="3049503952" sldId="265"/>
            <ac:spMk id="7" creationId="{F61CF764-4056-4CDD-AC88-74ABAAD88E66}"/>
          </ac:spMkLst>
        </pc:spChg>
        <pc:picChg chg="add mod">
          <ac:chgData name="刘 用龙" userId="57dddb669ed2e383" providerId="LiveId" clId="{FC730A96-777A-437B-A5EA-4DA786A0D693}" dt="2022-03-11T03:21:13.175" v="936" actId="14100"/>
          <ac:picMkLst>
            <pc:docMk/>
            <pc:sldMk cId="3049503952" sldId="265"/>
            <ac:picMk id="4" creationId="{48C18422-02B8-4C95-8D13-3CB75BFBBAEF}"/>
          </ac:picMkLst>
        </pc:picChg>
        <pc:picChg chg="add mod">
          <ac:chgData name="刘 用龙" userId="57dddb669ed2e383" providerId="LiveId" clId="{FC730A96-777A-437B-A5EA-4DA786A0D693}" dt="2022-03-11T03:18:33.939" v="932" actId="1076"/>
          <ac:picMkLst>
            <pc:docMk/>
            <pc:sldMk cId="3049503952" sldId="265"/>
            <ac:picMk id="7170" creationId="{74D94562-CB5D-465C-8BA4-0B7EDC9DF42E}"/>
          </ac:picMkLst>
        </pc:picChg>
      </pc:sldChg>
      <pc:sldChg chg="addSp delSp modSp new mod modNotesTx">
        <pc:chgData name="刘 用龙" userId="57dddb669ed2e383" providerId="LiveId" clId="{FC730A96-777A-437B-A5EA-4DA786A0D693}" dt="2022-03-10T07:26:25.171" v="495" actId="20577"/>
        <pc:sldMkLst>
          <pc:docMk/>
          <pc:sldMk cId="3569643706" sldId="266"/>
        </pc:sldMkLst>
        <pc:spChg chg="del">
          <ac:chgData name="刘 用龙" userId="57dddb669ed2e383" providerId="LiveId" clId="{FC730A96-777A-437B-A5EA-4DA786A0D693}" dt="2022-03-10T07:06:20.142" v="57" actId="478"/>
          <ac:spMkLst>
            <pc:docMk/>
            <pc:sldMk cId="3569643706" sldId="266"/>
            <ac:spMk id="2" creationId="{09852B6D-560E-44D2-8D69-0E155538536A}"/>
          </ac:spMkLst>
        </pc:spChg>
        <pc:spChg chg="del">
          <ac:chgData name="刘 用龙" userId="57dddb669ed2e383" providerId="LiveId" clId="{FC730A96-777A-437B-A5EA-4DA786A0D693}" dt="2022-03-10T07:06:21.133" v="58" actId="478"/>
          <ac:spMkLst>
            <pc:docMk/>
            <pc:sldMk cId="3569643706" sldId="266"/>
            <ac:spMk id="3" creationId="{6C18A987-50AB-4CAC-A219-F2EBE40AC1D4}"/>
          </ac:spMkLst>
        </pc:spChg>
        <pc:picChg chg="add mod">
          <ac:chgData name="刘 用龙" userId="57dddb669ed2e383" providerId="LiveId" clId="{FC730A96-777A-437B-A5EA-4DA786A0D693}" dt="2022-03-10T07:21:00.853" v="98" actId="12789"/>
          <ac:picMkLst>
            <pc:docMk/>
            <pc:sldMk cId="3569643706" sldId="266"/>
            <ac:picMk id="5" creationId="{F71AFC48-95EF-467D-BCCF-89C3BC8A930E}"/>
          </ac:picMkLst>
        </pc:picChg>
        <pc:picChg chg="add mod">
          <ac:chgData name="刘 用龙" userId="57dddb669ed2e383" providerId="LiveId" clId="{FC730A96-777A-437B-A5EA-4DA786A0D693}" dt="2022-03-10T07:21:00.853" v="98" actId="12789"/>
          <ac:picMkLst>
            <pc:docMk/>
            <pc:sldMk cId="3569643706" sldId="266"/>
            <ac:picMk id="7" creationId="{36457D3A-B542-446E-9EA0-4237C6599A0E}"/>
          </ac:picMkLst>
        </pc:picChg>
      </pc:sldChg>
      <pc:sldChg chg="addSp delSp modSp add mod modNotesTx">
        <pc:chgData name="刘 用龙" userId="57dddb669ed2e383" providerId="LiveId" clId="{FC730A96-777A-437B-A5EA-4DA786A0D693}" dt="2022-03-11T06:35:10.360" v="1201" actId="1076"/>
        <pc:sldMkLst>
          <pc:docMk/>
          <pc:sldMk cId="3525328741" sldId="267"/>
        </pc:sldMkLst>
        <pc:spChg chg="mod">
          <ac:chgData name="刘 用龙" userId="57dddb669ed2e383" providerId="LiveId" clId="{FC730A96-777A-437B-A5EA-4DA786A0D693}" dt="2022-03-11T03:28:51.787" v="956" actId="14100"/>
          <ac:spMkLst>
            <pc:docMk/>
            <pc:sldMk cId="3525328741" sldId="267"/>
            <ac:spMk id="2" creationId="{967C4E18-3798-4237-80E9-1889983C65C0}"/>
          </ac:spMkLst>
        </pc:spChg>
        <pc:spChg chg="add del mod">
          <ac:chgData name="刘 用龙" userId="57dddb669ed2e383" providerId="LiveId" clId="{FC730A96-777A-437B-A5EA-4DA786A0D693}" dt="2022-03-11T06:31:18.108" v="1039" actId="21"/>
          <ac:spMkLst>
            <pc:docMk/>
            <pc:sldMk cId="3525328741" sldId="267"/>
            <ac:spMk id="7" creationId="{DD8C61CD-7D16-49CB-9D8E-B0999DD6EA1E}"/>
          </ac:spMkLst>
        </pc:spChg>
        <pc:spChg chg="add mod">
          <ac:chgData name="刘 用龙" userId="57dddb669ed2e383" providerId="LiveId" clId="{FC730A96-777A-437B-A5EA-4DA786A0D693}" dt="2022-03-11T06:35:10.360" v="1201" actId="1076"/>
          <ac:spMkLst>
            <pc:docMk/>
            <pc:sldMk cId="3525328741" sldId="267"/>
            <ac:spMk id="8" creationId="{648F5363-3679-4B2D-A838-B34C55B53B93}"/>
          </ac:spMkLst>
        </pc:spChg>
        <pc:picChg chg="add mod">
          <ac:chgData name="刘 用龙" userId="57dddb669ed2e383" providerId="LiveId" clId="{FC730A96-777A-437B-A5EA-4DA786A0D693}" dt="2022-03-11T03:39:20.510" v="1001" actId="1076"/>
          <ac:picMkLst>
            <pc:docMk/>
            <pc:sldMk cId="3525328741" sldId="267"/>
            <ac:picMk id="4" creationId="{25CD3E77-AA67-4E20-8B8C-764545689560}"/>
          </ac:picMkLst>
        </pc:picChg>
        <pc:picChg chg="add mod">
          <ac:chgData name="刘 用龙" userId="57dddb669ed2e383" providerId="LiveId" clId="{FC730A96-777A-437B-A5EA-4DA786A0D693}" dt="2022-03-11T03:38:01.027" v="990" actId="1076"/>
          <ac:picMkLst>
            <pc:docMk/>
            <pc:sldMk cId="3525328741" sldId="267"/>
            <ac:picMk id="6" creationId="{7B2BA475-6415-4BAA-A4A2-710300A0AB34}"/>
          </ac:picMkLst>
        </pc:picChg>
      </pc:sldChg>
      <pc:sldChg chg="addSp delSp modSp add del mod">
        <pc:chgData name="刘 用龙" userId="57dddb669ed2e383" providerId="LiveId" clId="{FC730A96-777A-437B-A5EA-4DA786A0D693}" dt="2022-03-11T06:56:49.832" v="1297" actId="47"/>
        <pc:sldMkLst>
          <pc:docMk/>
          <pc:sldMk cId="3017421800" sldId="268"/>
        </pc:sldMkLst>
        <pc:spChg chg="del mod">
          <ac:chgData name="刘 用龙" userId="57dddb669ed2e383" providerId="LiveId" clId="{FC730A96-777A-437B-A5EA-4DA786A0D693}" dt="2022-03-11T06:56:46.977" v="1296" actId="478"/>
          <ac:spMkLst>
            <pc:docMk/>
            <pc:sldMk cId="3017421800" sldId="268"/>
            <ac:spMk id="2" creationId="{967C4E18-3798-4237-80E9-1889983C65C0}"/>
          </ac:spMkLst>
        </pc:spChg>
        <pc:spChg chg="add del mod">
          <ac:chgData name="刘 用龙" userId="57dddb669ed2e383" providerId="LiveId" clId="{FC730A96-777A-437B-A5EA-4DA786A0D693}" dt="2022-03-11T06:35:37.299" v="1204" actId="478"/>
          <ac:spMkLst>
            <pc:docMk/>
            <pc:sldMk cId="3017421800" sldId="268"/>
            <ac:spMk id="3" creationId="{0844A217-F7D4-47A8-B233-D263DC3923FC}"/>
          </ac:spMkLst>
        </pc:spChg>
      </pc:sldChg>
      <pc:sldChg chg="addSp delSp modSp add mod ord modNotesTx">
        <pc:chgData name="刘 用龙" userId="57dddb669ed2e383" providerId="LiveId" clId="{FC730A96-777A-437B-A5EA-4DA786A0D693}" dt="2022-03-11T06:56:36.769" v="1294" actId="14100"/>
        <pc:sldMkLst>
          <pc:docMk/>
          <pc:sldMk cId="2421990708" sldId="269"/>
        </pc:sldMkLst>
        <pc:spChg chg="del">
          <ac:chgData name="刘 用龙" userId="57dddb669ed2e383" providerId="LiveId" clId="{FC730A96-777A-437B-A5EA-4DA786A0D693}" dt="2022-03-11T06:31:28.703" v="1042" actId="478"/>
          <ac:spMkLst>
            <pc:docMk/>
            <pc:sldMk cId="2421990708" sldId="269"/>
            <ac:spMk id="2" creationId="{967C4E18-3798-4237-80E9-1889983C65C0}"/>
          </ac:spMkLst>
        </pc:spChg>
        <pc:spChg chg="mod">
          <ac:chgData name="刘 用龙" userId="57dddb669ed2e383" providerId="LiveId" clId="{FC730A96-777A-437B-A5EA-4DA786A0D693}" dt="2022-03-11T06:32:30.115" v="1050" actId="113"/>
          <ac:spMkLst>
            <pc:docMk/>
            <pc:sldMk cId="2421990708" sldId="269"/>
            <ac:spMk id="3" creationId="{0844A217-F7D4-47A8-B233-D263DC3923FC}"/>
          </ac:spMkLst>
        </pc:spChg>
        <pc:spChg chg="add mod">
          <ac:chgData name="刘 用龙" userId="57dddb669ed2e383" providerId="LiveId" clId="{FC730A96-777A-437B-A5EA-4DA786A0D693}" dt="2022-03-11T06:56:36.769" v="1294" actId="14100"/>
          <ac:spMkLst>
            <pc:docMk/>
            <pc:sldMk cId="2421990708" sldId="269"/>
            <ac:spMk id="4" creationId="{EDAAE315-DBAC-46F7-A4B7-3B87969E3EDB}"/>
          </ac:spMkLst>
        </pc:spChg>
      </pc:sldChg>
      <pc:sldChg chg="addSp delSp modSp add del mod">
        <pc:chgData name="刘 用龙" userId="57dddb669ed2e383" providerId="LiveId" clId="{FC730A96-777A-437B-A5EA-4DA786A0D693}" dt="2022-03-11T06:58:22.668" v="2265"/>
        <pc:sldMkLst>
          <pc:docMk/>
          <pc:sldMk cId="53120284" sldId="270"/>
        </pc:sldMkLst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" creationId="{3E9F22B3-52BB-426B-A073-2CC1A4337C9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" creationId="{4AFA7431-7519-4891-959E-E1D99240920F}"/>
          </ac:spMkLst>
        </pc:spChg>
        <pc:spChg chg="add del mod or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" creationId="{F29902CF-A8DC-45AF-8342-708067619EA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" creationId="{D818636B-F8A2-49AB-9D9D-3F824AC1105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" creationId="{46DAEE61-4B3B-4003-B439-7842AC576EC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7" creationId="{3C981B77-3A2A-405C-B060-60861729F5ED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8" creationId="{D6F99E47-FC31-4955-858D-C6F9C12B665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9" creationId="{EECB45C4-2504-4481-8C32-3220BA84530D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0" creationId="{5A119AA0-FCA8-4DA6-87E4-654A6DECD42C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1" creationId="{21C67E2C-966B-4E07-BEBF-EED87D7E4B6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2" creationId="{49CBEDD3-7E72-459A-AB31-87688CD5FCF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3" creationId="{F08E199D-7444-4086-B68A-D809FB2B778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4" creationId="{A35C6017-1712-46D3-8320-3E622C0DC4EA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5" creationId="{872AE287-A878-4425-B068-DBB691384D7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6" creationId="{F0F0B513-8715-4C45-B6F6-483D3EC4E89D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7" creationId="{686E5FCC-0ED0-44C6-9D6C-E469968590F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8" creationId="{908AE4B7-BE39-4A6C-B699-62CD9809E33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19" creationId="{4D0F944E-2A93-4E4A-9F48-08D5D4150306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0" creationId="{BE0D539E-9E09-4BD4-B2CF-C35DE7B41E4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1" creationId="{50D5C656-63CC-4C76-8860-4FFE5DE22FB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2" creationId="{EF5F2B77-751E-4339-BDA5-EF6C087576B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3" creationId="{59CFBC5A-588E-4712-AE6E-4A31246B1D7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4" creationId="{79594E25-5AE5-45BD-BD5C-9D5D0F1D1FC5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5" creationId="{49493276-30DB-42A4-A567-172AA35B71E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6" creationId="{E5C967F1-648C-491E-84B6-56E937C4CC9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7" creationId="{60E1EC09-839A-4D7E-BE90-F15BEC87006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8" creationId="{E257D745-6B11-4FA3-920F-2DE16F093723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29" creationId="{15B39D3A-576F-4CBF-B371-70FF836CE8F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0" creationId="{E06E77AE-602D-454B-9403-AC9BFDF8036C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1" creationId="{267F4E6B-3E8B-4890-AC19-48AE5C733FD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2" creationId="{7C75D174-C9F2-4C20-810D-2DCD7ABEB99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3" creationId="{4EA472F7-8C30-4B79-8B94-213FC13677C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4" creationId="{81EA2C79-FC3C-481B-8CFD-FE9740A0C4A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5" creationId="{2BA39B73-C92E-4D4C-A3F1-93ACBE3413D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6" creationId="{AD88B0A0-2DE3-4A09-A92D-A2007A627BE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7" creationId="{1B06F26E-D0B8-4E02-97C9-FACCAD66509F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8" creationId="{E7386976-BB6A-4974-927F-1DB5837AAB4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39" creationId="{2389CF63-DAEB-454C-AC11-3DE8D105D40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0" creationId="{99D108D9-A1C0-4915-8654-064B41FF3A4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1" creationId="{090A8F43-4A9F-4D87-AB25-69ABCF59CADF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2" creationId="{8E914123-FFB3-4B71-8BD5-58802796BC9F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3" creationId="{023AB8CF-55DD-43F8-8A3C-0C1646EA0A09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4" creationId="{06D0848C-C306-4BE6-9CE7-55680D8BF603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5" creationId="{5605527A-7C63-414A-9337-06B1B862EF6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6" creationId="{BA181ED1-D4B0-4B5F-AC0F-F374426D6F6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7" creationId="{6A786B04-93D0-4154-B3AD-1B3B5BFA056A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8" creationId="{F87EAA53-DBEB-4287-A0DA-9B92AFBB1DC3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49" creationId="{BA0CD7A4-34AE-447C-85E8-303926520B76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0" creationId="{D74F021D-9352-4248-ABFD-6C5107321CB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1" creationId="{9BB2ED7C-2D5D-4F5A-A68F-7785E15E15D0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2" creationId="{6E64F374-5801-4264-BF77-F7B44474078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3" creationId="{2CF915AC-7544-44A1-A30E-35C0A0ACB08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4" creationId="{B6DE9988-9C79-423E-8C60-46154323B16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5" creationId="{28F56611-4766-4566-A9A1-642EA4178DF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6" creationId="{6DFAA0B3-CEC2-4709-818D-04AD44DBD328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7" creationId="{8BDC4163-35F7-4822-8630-7FBB70530F7E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8" creationId="{D1655B92-D9AB-41E0-809A-3587A3E14BD1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59" creationId="{C4578D8D-1CBE-4619-B2A9-F6189933268B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0" creationId="{FB38609A-4251-465C-B45F-26B577B1D2D4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1" creationId="{03094955-C98F-4473-9DC3-5190A04EE812}"/>
          </ac:spMkLst>
        </pc:spChg>
        <pc:spChg chg="add del mod">
          <ac:chgData name="刘 用龙" userId="57dddb669ed2e383" providerId="LiveId" clId="{FC730A96-777A-437B-A5EA-4DA786A0D693}" dt="2022-03-11T06:58:22.668" v="2265"/>
          <ac:spMkLst>
            <pc:docMk/>
            <pc:sldMk cId="53120284" sldId="270"/>
            <ac:spMk id="62" creationId="{E58C5FA1-545E-48B4-A50A-F74288BBB034}"/>
          </ac:spMkLst>
        </pc:spChg>
        <pc:spChg chg="add del mod">
          <ac:chgData name="刘 用龙" userId="57dddb669ed2e383" providerId="LiveId" clId="{FC730A96-777A-437B-A5EA-4DA786A0D693}" dt="2022-03-11T06:58:20.638" v="2033"/>
          <ac:spMkLst>
            <pc:docMk/>
            <pc:sldMk cId="53120284" sldId="270"/>
            <ac:spMk id="64" creationId="{1615D55C-49C7-4F69-9D06-663F422BC61F}"/>
          </ac:spMkLst>
        </pc:spChg>
        <pc:grpChg chg="add mod">
          <ac:chgData name="刘 用龙" userId="57dddb669ed2e383" providerId="LiveId" clId="{FC730A96-777A-437B-A5EA-4DA786A0D693}" dt="2022-03-11T06:58:22.668" v="2265"/>
          <ac:grpSpMkLst>
            <pc:docMk/>
            <pc:sldMk cId="53120284" sldId="270"/>
            <ac:grpSpMk id="63" creationId="{8FC70B13-034A-4555-A9C0-375FB0EB2DE7}"/>
          </ac:grpSpMkLst>
        </pc:grpChg>
        <pc:picChg chg="add del mod ord">
          <ac:chgData name="刘 用龙" userId="57dddb669ed2e383" providerId="LiveId" clId="{FC730A96-777A-437B-A5EA-4DA786A0D693}" dt="2022-03-11T06:58:20.638" v="2033"/>
          <ac:picMkLst>
            <pc:docMk/>
            <pc:sldMk cId="53120284" sldId="270"/>
            <ac:picMk id="66" creationId="{6F49DC0E-E8A7-4233-985A-176DA616C5AB}"/>
          </ac:picMkLst>
        </pc:picChg>
      </pc:sldChg>
      <pc:sldChg chg="addSp delSp modSp add mod ord">
        <pc:chgData name="刘 用龙" userId="57dddb669ed2e383" providerId="LiveId" clId="{FC730A96-777A-437B-A5EA-4DA786A0D693}" dt="2022-03-11T07:05:37.246" v="4866" actId="20577"/>
        <pc:sldMkLst>
          <pc:docMk/>
          <pc:sldMk cId="3412661771" sldId="270"/>
        </pc:sldMkLst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" creationId="{8854C485-63DE-46FD-A178-1283155382E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" creationId="{E39825AD-F3D9-4CA5-88CE-EBEB16C42250}"/>
          </ac:spMkLst>
        </pc:spChg>
        <pc:spChg chg="add mod or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" creationId="{D4D404B7-F236-4C61-A36B-0947FF5C1840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" creationId="{40C1F8BE-A5B1-4AAC-8E41-2820E58A072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" creationId="{751E04E1-CBC4-4C7F-AB36-76AD9D5E9FE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7" creationId="{1991E8D7-1736-49CE-9371-766F48C4BF88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8" creationId="{CBEAB050-6E45-445F-9ADD-7B2537E99538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9" creationId="{CB42B35C-CCC6-48DB-BE7B-CCB33137735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0" creationId="{99FE07B3-A63F-442B-837F-220D9D3FD2C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1" creationId="{465EA807-AA8E-4591-B72E-BE11516F222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2" creationId="{BEB5D572-9506-458A-8B2D-7305FDD271D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3" creationId="{A5DA0952-99DE-403E-B04E-2BEC84B6360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4" creationId="{8587E57D-DFAF-46F9-97F9-9102A481ACFF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5" creationId="{4182FC46-94CD-4AF6-A00F-19225371B1F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6" creationId="{EE03D0A4-164B-4F27-959F-E4431FE33816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7" creationId="{FD66041B-6140-4D47-8E2E-77292151B10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8" creationId="{7C13DA6C-296C-450C-BD38-811E9369777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19" creationId="{29443061-4E82-49F8-ACC4-7F363ACDAC1D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0" creationId="{789EE327-54E2-45EB-874E-1079CFB6D57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1" creationId="{9E247855-F26E-4E29-A222-D95990DE075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2" creationId="{9B061DE1-3148-4082-A7AE-A2D9B02E0E6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3" creationId="{CAC56E17-7157-4B6B-BB17-A12D0F67FF1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4" creationId="{807CC520-3B8E-4D6A-AF48-EC11E25AB75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5" creationId="{02F46A71-B927-47A0-BD1D-996F87AB2D8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6" creationId="{91702971-A39B-4710-838E-8CF640D6E78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7" creationId="{13569498-70B6-4B52-BD21-33DD5363E4C4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8" creationId="{32B48AB2-E3A5-4FFE-B203-23CA18CF701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29" creationId="{A2CF5BD5-0773-4638-A0FE-48C6C417B01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0" creationId="{9DFDE698-B54E-488A-B8EB-115CCAFDA4E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1" creationId="{D963CCE5-788F-4283-9E94-B88532E3C35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2" creationId="{CBD3B3EE-1989-47CF-8E84-64390071F14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3" creationId="{6EE004E7-BB0D-42FC-B137-93FDD6C455B1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4" creationId="{2ECB4A37-4FC2-4739-991A-8CFA3D6EE4AD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5" creationId="{B193179A-36BC-4F10-B9A0-824698288CB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6" creationId="{19FAA9E6-60B9-4BEA-B05F-644F1F593C1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7" creationId="{45914669-3DDC-4F68-B629-2A8C2420EDC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8" creationId="{96302E76-DCBC-4237-8F72-DF7059E9C13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39" creationId="{B7D7895F-C03A-435C-B505-3883E5DB86E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0" creationId="{EF69F9A3-6FDE-4B33-8741-18DB1418E81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1" creationId="{589B977F-C6B5-4C2F-96B6-CA7D41D7707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2" creationId="{D387CCA8-217C-47F4-99BA-BA651095BBFE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3" creationId="{403B4ECC-4801-4C7A-B337-0606A607A40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4" creationId="{02FF048C-41FA-4D98-8B06-BEF3E938925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5" creationId="{976ADA07-815F-4D86-A167-7D307BCAEE12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6" creationId="{A26A3A4F-74E3-4461-B9C4-24503B9A09BF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7" creationId="{A94CC419-C578-4E98-A12D-A58BC1A88801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8" creationId="{ADF90E38-7CA8-4FB4-9C78-989650A45F62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49" creationId="{F7824C97-2145-4D53-8494-EC6D26324D80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0" creationId="{B389D513-E705-482E-B403-2C1320B68735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1" creationId="{4594E77C-EB2A-4BAE-9E1C-CF2E2A90D8CC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2" creationId="{1418844A-E013-4134-A1CB-298DAA414591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3" creationId="{84B0C196-141B-46B9-B1C1-3BD2B32E6B67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4" creationId="{085157E2-EAF2-44FE-8D7A-8DA5BC742E69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5" creationId="{53C2846F-D0E9-4928-A92F-781E0499A1A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6" creationId="{7AD35134-0C48-47FF-95B5-C852F5C5690F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7" creationId="{F8A7BDDF-EC53-48C2-8256-2C26C9B4862B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8" creationId="{EE8A757B-B7EE-4BDC-A851-8A31823698C3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59" creationId="{3332A41F-EBB1-49A0-9D86-4651CA61132E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0" creationId="{3EB8B3EF-18AE-47E2-B2BB-A0BF123F6BAA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1" creationId="{5334D719-F5A6-4435-9FB1-0D8AEAED6562}"/>
          </ac:spMkLst>
        </pc:spChg>
        <pc:spChg chg="add mod">
          <ac:chgData name="刘 用龙" userId="57dddb669ed2e383" providerId="LiveId" clId="{FC730A96-777A-437B-A5EA-4DA786A0D693}" dt="2022-03-11T06:58:45.963" v="2919" actId="12788"/>
          <ac:spMkLst>
            <pc:docMk/>
            <pc:sldMk cId="3412661771" sldId="270"/>
            <ac:spMk id="62" creationId="{9D8D03F6-4854-474C-AEE8-5508721D5384}"/>
          </ac:spMkLst>
        </pc:spChg>
        <pc:spChg chg="add del mod">
          <ac:chgData name="刘 用龙" userId="57dddb669ed2e383" providerId="LiveId" clId="{FC730A96-777A-437B-A5EA-4DA786A0D693}" dt="2022-03-11T07:05:37.246" v="4866" actId="20577"/>
          <ac:spMkLst>
            <pc:docMk/>
            <pc:sldMk cId="3412661771" sldId="270"/>
            <ac:spMk id="64" creationId="{E9E2C4F4-7371-4855-A5B4-2E33F2708A4E}"/>
          </ac:spMkLst>
        </pc:spChg>
        <pc:grpChg chg="add mod">
          <ac:chgData name="刘 用龙" userId="57dddb669ed2e383" providerId="LiveId" clId="{FC730A96-777A-437B-A5EA-4DA786A0D693}" dt="2022-03-11T06:58:45.963" v="2919" actId="12788"/>
          <ac:grpSpMkLst>
            <pc:docMk/>
            <pc:sldMk cId="3412661771" sldId="270"/>
            <ac:grpSpMk id="63" creationId="{D080D590-A4B1-4BC3-9394-FCBDBBA659CB}"/>
          </ac:grpSpMkLst>
        </pc:grpChg>
        <pc:picChg chg="add mod ord">
          <ac:chgData name="刘 用龙" userId="57dddb669ed2e383" providerId="LiveId" clId="{FC730A96-777A-437B-A5EA-4DA786A0D693}" dt="2022-03-11T07:02:11.495" v="4793" actId="1076"/>
          <ac:picMkLst>
            <pc:docMk/>
            <pc:sldMk cId="3412661771" sldId="270"/>
            <ac:picMk id="66" creationId="{D1719910-8C5B-493C-86D3-C016C7C50CAE}"/>
          </ac:picMkLst>
        </pc:picChg>
      </pc:sldChg>
      <pc:sldChg chg="addSp delSp modSp add mod ord">
        <pc:chgData name="刘 用龙" userId="57dddb669ed2e383" providerId="LiveId" clId="{FC730A96-777A-437B-A5EA-4DA786A0D693}" dt="2022-03-11T07:05:45.435" v="4867" actId="478"/>
        <pc:sldMkLst>
          <pc:docMk/>
          <pc:sldMk cId="880328915" sldId="271"/>
        </pc:sldMkLst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" creationId="{B621163C-2FBC-4866-8AAB-E7A70C4A06A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" creationId="{E8127956-E009-49D0-933A-D6ABAE30E182}"/>
          </ac:spMkLst>
        </pc:spChg>
        <pc:spChg chg="add mod or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" creationId="{FC3D00EC-C95B-4DAA-A745-57D8900F3381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" creationId="{02D67A9D-5DF1-44BD-9D04-3AB890C40EA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" creationId="{41C3AC97-50EF-4EE8-AFE4-EA66400D37A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7" creationId="{48FFEF86-5DCF-4EFC-A547-23EA4790E374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8" creationId="{214CE667-ACEA-46C6-9250-298E42E2508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9" creationId="{9BF85AE9-723C-47B2-BD0A-1A03895B7A2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0" creationId="{81F5115B-C33A-44BB-BA89-B72654619484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1" creationId="{ED2FE5A9-8DA7-4834-BE80-E1FA58503665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2" creationId="{034B89D9-8EC7-40C8-ADFB-4A243E273BD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3" creationId="{E59D5662-F4A8-4435-9A4C-CA44F440EEC7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4" creationId="{C1CE7CBD-41D6-438D-A815-DA0BD428047B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5" creationId="{17666EF1-94EA-4C4C-AD11-982B42CCC66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6" creationId="{2C291688-97F9-406C-9D2F-BD0403B4F5F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7" creationId="{70C39856-98AA-4E83-A4C5-18223CB90A8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8" creationId="{719C810E-2BA6-4213-95F4-2247F18EB90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19" creationId="{E27498E6-09F0-4DF1-90A2-4F35505F7D6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0" creationId="{2AEDE694-95B8-4683-900A-77DD5B2EC3E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1" creationId="{1946FEEA-DE18-481C-BB76-5123223E888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2" creationId="{8CF3CA22-8A88-46C8-9E3D-BC944FC1294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3" creationId="{25F9A1C6-D40B-417A-9607-A5FEC16725C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4" creationId="{69D84147-D4AD-4767-A779-1F690463550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5" creationId="{6D926110-DFFA-44E3-8636-59EFECE18FB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6" creationId="{A6911655-C42A-4311-AFFE-B0B784F09A5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7" creationId="{23B82453-D9EB-4783-A306-677C815C2598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8" creationId="{8E47771A-FE4F-41AB-A347-901B7655B15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29" creationId="{282037E1-E8CC-4A78-9452-AF355724DCA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0" creationId="{D1B7E5E1-D807-4741-8624-6832FDE376AB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1" creationId="{FDDB3B34-50A9-4C41-87DB-CFBB2F90D3F1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2" creationId="{3A4EBC0C-842D-4B56-9E40-0A8B1F033D5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3" creationId="{3D5A6A9E-C1E7-41BD-8340-26C7EDA89868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4" creationId="{F72D1F93-0434-47C8-BCC4-1392CBDFC49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5" creationId="{1FB9F83A-6C73-4A4C-8ED8-12A5BF03B65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6" creationId="{185CBD89-58AB-46DD-AB66-A27B3DB8F56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7" creationId="{25C0225D-A2E3-4E26-8FA8-A9F22AF26EE9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8" creationId="{A5B66763-1F84-4171-8EF9-39B82BE221F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39" creationId="{8BA55368-FDB4-4656-BCD2-E075AA23216B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0" creationId="{42471099-ACD1-4B4C-9D6D-BA2105DADE2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1" creationId="{DE751D13-0B3C-4F99-8EEA-3B5360D639AA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2" creationId="{36000F48-DC6A-4775-87D5-76F537A541E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3" creationId="{85D59A47-098D-4945-BF96-FDA81AFC2E99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4" creationId="{EEE2C098-64D7-41AD-B270-07EDE8FFA6FC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5" creationId="{1AA215BA-8A59-4A77-9876-C95CE50F23C4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6" creationId="{22765449-9B0E-40F9-B7AF-077E1128916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7" creationId="{2D41EE10-7E92-4016-803A-D155727A0D8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8" creationId="{30A317DE-BAAB-487B-95CA-E2CDED333E8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49" creationId="{9FF0D5D0-4C01-4A6B-8BE2-048D5A54158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0" creationId="{D535D00C-8EE0-4460-9DC2-CF6BEA9F9AB2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1" creationId="{185F369E-BD7C-40C0-9152-D5591CE18B2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2" creationId="{DFAA533A-B2A7-42A2-8880-B76076C49BDF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3" creationId="{D57D2E49-7F54-4AE3-9A3F-F2A4291BB713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4" creationId="{CEDDF5ED-16D4-4517-B815-FD12FE758476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5" creationId="{1A8791D5-802E-44E9-ACB0-E10C08927917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6" creationId="{640F422C-CFB7-4EED-AB9E-2DBD9478F34E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7" creationId="{DF504B9F-7A99-4BCD-B7A2-0C4077326EA8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8" creationId="{A7035B87-0777-4526-B80A-E57D9F34EB4D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59" creationId="{EC40BCD5-D2DD-4357-AD81-C00A9CEC13C5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0" creationId="{F629CD91-9E19-4271-8956-433B177BB400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1" creationId="{BD1B81EF-8E52-4584-8AFF-785F8AEBCDEA}"/>
          </ac:spMkLst>
        </pc:spChg>
        <pc:spChg chg="add mod">
          <ac:chgData name="刘 用龙" userId="57dddb669ed2e383" providerId="LiveId" clId="{FC730A96-777A-437B-A5EA-4DA786A0D693}" dt="2022-03-11T06:59:46.257" v="4407" actId="1076"/>
          <ac:spMkLst>
            <pc:docMk/>
            <pc:sldMk cId="880328915" sldId="271"/>
            <ac:spMk id="62" creationId="{BDB2F5B3-75FB-4926-A24C-CFAE5F4F3F2A}"/>
          </ac:spMkLst>
        </pc:spChg>
        <pc:spChg chg="add del mod">
          <ac:chgData name="刘 用龙" userId="57dddb669ed2e383" providerId="LiveId" clId="{FC730A96-777A-437B-A5EA-4DA786A0D693}" dt="2022-03-11T07:05:45.435" v="4867" actId="478"/>
          <ac:spMkLst>
            <pc:docMk/>
            <pc:sldMk cId="880328915" sldId="271"/>
            <ac:spMk id="64" creationId="{0F73C166-747E-4ADC-A70C-F53C91169242}"/>
          </ac:spMkLst>
        </pc:spChg>
        <pc:grpChg chg="add mod">
          <ac:chgData name="刘 用龙" userId="57dddb669ed2e383" providerId="LiveId" clId="{FC730A96-777A-437B-A5EA-4DA786A0D693}" dt="2022-03-11T06:59:46.257" v="4407" actId="1076"/>
          <ac:grpSpMkLst>
            <pc:docMk/>
            <pc:sldMk cId="880328915" sldId="271"/>
            <ac:grpSpMk id="63" creationId="{AA0A8A1C-5EA5-47DF-8CB7-5CD583597B0D}"/>
          </ac:grpSpMkLst>
        </pc:grpChg>
        <pc:picChg chg="add mod ord">
          <ac:chgData name="刘 用龙" userId="57dddb669ed2e383" providerId="LiveId" clId="{FC730A96-777A-437B-A5EA-4DA786A0D693}" dt="2022-03-11T06:59:36.859" v="4406" actId="1076"/>
          <ac:picMkLst>
            <pc:docMk/>
            <pc:sldMk cId="880328915" sldId="271"/>
            <ac:picMk id="66" creationId="{267EC55B-0E86-42A4-A30E-6AE1E21F0FC2}"/>
          </ac:picMkLst>
        </pc:picChg>
      </pc:sldChg>
      <pc:sldChg chg="addSp delSp modSp add del mod">
        <pc:chgData name="刘 用龙" userId="57dddb669ed2e383" providerId="LiveId" clId="{FC730A96-777A-437B-A5EA-4DA786A0D693}" dt="2022-03-11T06:59:18.569" v="3711" actId="47"/>
        <pc:sldMkLst>
          <pc:docMk/>
          <pc:sldMk cId="1602594959" sldId="271"/>
        </pc:sldMkLst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" creationId="{FC87FD72-C59C-4BCB-AE97-938FC0C52EFB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" creationId="{448374BA-3BD1-4BF8-BCED-52A1855FE2BE}"/>
          </ac:spMkLst>
        </pc:spChg>
        <pc:spChg chg="add mod or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" creationId="{03ABB69A-565D-48CD-B177-1C0BD2435F9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" creationId="{FC2B41B2-CB7A-41B7-8C1C-4D927145A99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" creationId="{764D2604-57DE-4341-8FBB-46651D706649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7" creationId="{23BB5392-B26F-4260-9125-7100317ADEE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8" creationId="{5A114986-343F-4B73-B87F-05F303D45F4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9" creationId="{6D10AF27-3ABA-4CC1-8440-0A869CED13D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0" creationId="{4A99382C-6151-4EF3-98F9-DFB522232F04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1" creationId="{86F7990F-883E-411C-BC1F-E6B07A8F607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2" creationId="{53821790-DE20-450E-908B-A967BBE047A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3" creationId="{DED842F1-1795-4F93-8A68-A94F88996B8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4" creationId="{1EBD2C56-2965-47A2-9ADD-A25BA8DB1B6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5" creationId="{B12FD7B1-B8D0-4071-88F1-2B663F91E1A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6" creationId="{69B670AD-73E1-44BA-BFC8-5C6B96E055A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7" creationId="{E8F4BE46-E504-489A-B153-23D7E5AF662B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8" creationId="{51582E90-5BB0-4BD6-836C-14947E71979F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19" creationId="{7448E77F-28C5-48D1-8256-69C19B9CEE4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0" creationId="{04064212-7D4C-4C6E-A7AC-5A2267E6CA78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1" creationId="{2F1582A1-D14F-48CD-904B-64C399D5D07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2" creationId="{8C368CB5-A56A-4F09-B878-B9EBECAB518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3" creationId="{AB23DB0E-9425-481C-A3C0-F217A80D9E1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4" creationId="{BA3B8897-DE5A-4E6F-BCA3-8C88E428831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5" creationId="{262C1082-AA52-4430-87C5-BC829AF8A9E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6" creationId="{54AFD92E-5A69-49E9-8E99-1A26C41F1A3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7" creationId="{4CFB3F2C-8C56-4599-AE6F-6DA7694E759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8" creationId="{D21A48EF-BC0E-47E5-B0A8-84D90528039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29" creationId="{34DD5E02-107C-430B-894E-90188F5166C0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0" creationId="{7F5BAF37-055A-48E1-8008-4066B90A9E28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1" creationId="{7991BBE5-48AC-47B8-BBE4-AB7773330E0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2" creationId="{D4C4B701-BB09-475A-8BA4-558E7E0E979F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3" creationId="{833DBFE3-2352-4D63-8165-5FF825861B9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4" creationId="{082FE112-C115-4535-870C-96C86D9A226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5" creationId="{54B72067-CA52-4979-85B6-CB4C8E166AF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6" creationId="{C917F742-DA38-44E3-8B2E-EF0AF1F1047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7" creationId="{3538F1D2-AE4B-4AB3-8F14-7A940910B72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8" creationId="{DCA7EE3F-C135-4F1E-8165-CFE85535661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39" creationId="{622EBC6F-B538-4413-A8A6-50660BAD8D15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0" creationId="{29AF421B-E1F1-4BCA-8CCD-F36BAF144FA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1" creationId="{CB830F5D-4D25-4F78-B9BC-6C74DB83C42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2" creationId="{A79917F7-C247-4A8B-9063-A0C03ECBF07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3" creationId="{5D8D6964-DBCB-420A-AF1C-902C01EB9D7B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4" creationId="{7F48546B-0749-4257-B984-A0156F6176F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5" creationId="{046A2E4B-5245-47F2-AF83-1026861B44D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6" creationId="{37B4239D-A162-4803-AD2B-F4898405C6A7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7" creationId="{948A2009-5122-40C9-BB99-C86B7304F4D3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8" creationId="{DB7C2D6B-8508-46E5-BE33-07687506A7E2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49" creationId="{E8A9F695-5C9B-4E4B-A835-C68FA5CD6816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0" creationId="{0C0395B5-511A-4EEE-A64B-11D81A531D94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1" creationId="{521E9F07-550B-4134-86F5-09FF55C68B08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2" creationId="{0C769C73-2976-4C0D-B378-1B0F07ABAFAE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3" creationId="{B6DA6DC8-B001-4894-8E3F-1C23A38B2A92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4" creationId="{5490C11B-BC66-4714-8642-EEE4682A308D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5" creationId="{66961A46-5C0A-4C8C-A373-7B90C0667DA0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6" creationId="{E35AF672-F6CE-41D1-B8CB-212DBBD11D3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7" creationId="{F8779C32-A325-46F0-993D-07EBB4B52FF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8" creationId="{CBE70599-DB0B-41EF-9756-A07F61A7D62F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59" creationId="{4E19B75D-6517-4B87-A9BC-35810474FAFC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0" creationId="{0ADAE7FA-0A81-4E20-ACEB-A61CE6596F81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1" creationId="{899074A1-2F43-4FDC-A128-1280E67B111A}"/>
          </ac:spMkLst>
        </pc:spChg>
        <pc:spChg chg="add mod">
          <ac:chgData name="刘 用龙" userId="57dddb669ed2e383" providerId="LiveId" clId="{FC730A96-777A-437B-A5EA-4DA786A0D693}" dt="2022-03-11T06:59:16.007" v="3710" actId="12788"/>
          <ac:spMkLst>
            <pc:docMk/>
            <pc:sldMk cId="1602594959" sldId="271"/>
            <ac:spMk id="62" creationId="{C7B8154F-589B-4DDF-A24D-FC291779A59F}"/>
          </ac:spMkLst>
        </pc:spChg>
        <pc:spChg chg="add del mod">
          <ac:chgData name="刘 用龙" userId="57dddb669ed2e383" providerId="LiveId" clId="{FC730A96-777A-437B-A5EA-4DA786A0D693}" dt="2022-03-11T06:59:15.842" v="3709"/>
          <ac:spMkLst>
            <pc:docMk/>
            <pc:sldMk cId="1602594959" sldId="271"/>
            <ac:spMk id="64" creationId="{E3A29B57-7C9F-42D3-9ED5-03290DA082D4}"/>
          </ac:spMkLst>
        </pc:spChg>
        <pc:grpChg chg="add mod">
          <ac:chgData name="刘 用龙" userId="57dddb669ed2e383" providerId="LiveId" clId="{FC730A96-777A-437B-A5EA-4DA786A0D693}" dt="2022-03-11T06:59:16.007" v="3710" actId="12788"/>
          <ac:grpSpMkLst>
            <pc:docMk/>
            <pc:sldMk cId="1602594959" sldId="271"/>
            <ac:grpSpMk id="63" creationId="{1A45B92F-2561-4ED3-9C8E-52C575CB3199}"/>
          </ac:grpSpMkLst>
        </pc:grpChg>
        <pc:picChg chg="add del mod ord">
          <ac:chgData name="刘 用龙" userId="57dddb669ed2e383" providerId="LiveId" clId="{FC730A96-777A-437B-A5EA-4DA786A0D693}" dt="2022-03-11T06:59:15.842" v="3709"/>
          <ac:picMkLst>
            <pc:docMk/>
            <pc:sldMk cId="1602594959" sldId="271"/>
            <ac:picMk id="66" creationId="{C0DF1791-CE8E-400D-9409-C096303CDE49}"/>
          </ac:picMkLst>
        </pc:picChg>
      </pc:sldChg>
      <pc:sldChg chg="addSp delSp modSp new del mod">
        <pc:chgData name="刘 用龙" userId="57dddb669ed2e383" providerId="LiveId" clId="{FC730A96-777A-437B-A5EA-4DA786A0D693}" dt="2022-03-11T07:00:51.836" v="4782" actId="47"/>
        <pc:sldMkLst>
          <pc:docMk/>
          <pc:sldMk cId="1355189734" sldId="272"/>
        </pc:sldMkLst>
        <pc:spChg chg="del">
          <ac:chgData name="刘 用龙" userId="57dddb669ed2e383" providerId="LiveId" clId="{FC730A96-777A-437B-A5EA-4DA786A0D693}" dt="2022-03-11T07:00:11.936" v="4412" actId="478"/>
          <ac:spMkLst>
            <pc:docMk/>
            <pc:sldMk cId="1355189734" sldId="272"/>
            <ac:spMk id="2" creationId="{177D8645-8A8C-414C-861F-4C0CD3EECAD4}"/>
          </ac:spMkLst>
        </pc:spChg>
        <pc:spChg chg="del">
          <ac:chgData name="刘 用龙" userId="57dddb669ed2e383" providerId="LiveId" clId="{FC730A96-777A-437B-A5EA-4DA786A0D693}" dt="2022-03-11T07:00:13.436" v="4413" actId="478"/>
          <ac:spMkLst>
            <pc:docMk/>
            <pc:sldMk cId="1355189734" sldId="272"/>
            <ac:spMk id="3" creationId="{20445EF1-068B-47E2-94D4-3B6E38CB3279}"/>
          </ac:spMkLst>
        </pc:spChg>
        <pc:spChg chg="add mod">
          <ac:chgData name="刘 用龙" userId="57dddb669ed2e383" providerId="LiveId" clId="{FC730A96-777A-437B-A5EA-4DA786A0D693}" dt="2022-03-11T07:00:36.768" v="4575" actId="20577"/>
          <ac:spMkLst>
            <pc:docMk/>
            <pc:sldMk cId="1355189734" sldId="272"/>
            <ac:spMk id="4" creationId="{ABA80615-7440-4CEF-AF48-00B44A02306D}"/>
          </ac:spMkLst>
        </pc:spChg>
      </pc:sldChg>
      <pc:sldChg chg="addSp delSp modSp add del mod">
        <pc:chgData name="刘 用龙" userId="57dddb669ed2e383" providerId="LiveId" clId="{FC730A96-777A-437B-A5EA-4DA786A0D693}" dt="2022-03-11T07:00:50.182" v="4781" actId="47"/>
        <pc:sldMkLst>
          <pc:docMk/>
          <pc:sldMk cId="406383657" sldId="273"/>
        </pc:sldMkLst>
        <pc:spChg chg="add del mod">
          <ac:chgData name="刘 用龙" userId="57dddb669ed2e383" providerId="LiveId" clId="{FC730A96-777A-437B-A5EA-4DA786A0D693}" dt="2022-03-11T07:00:17.915" v="4433"/>
          <ac:spMkLst>
            <pc:docMk/>
            <pc:sldMk cId="406383657" sldId="273"/>
            <ac:spMk id="2" creationId="{1B19F34C-F407-49EC-A6EB-DEC4E0D1CDCF}"/>
          </ac:spMkLst>
        </pc:spChg>
        <pc:spChg chg="add del mod">
          <ac:chgData name="刘 用龙" userId="57dddb669ed2e383" providerId="LiveId" clId="{FC730A96-777A-437B-A5EA-4DA786A0D693}" dt="2022-03-11T07:00:17.941" v="4452"/>
          <ac:spMkLst>
            <pc:docMk/>
            <pc:sldMk cId="406383657" sldId="273"/>
            <ac:spMk id="4" creationId="{5864605B-53AD-4DA6-8598-52E01271BBFD}"/>
          </ac:spMkLst>
        </pc:spChg>
        <pc:spChg chg="add del mod">
          <ac:chgData name="刘 用龙" userId="57dddb669ed2e383" providerId="LiveId" clId="{FC730A96-777A-437B-A5EA-4DA786A0D693}" dt="2022-03-11T07:00:17.964" v="4471"/>
          <ac:spMkLst>
            <pc:docMk/>
            <pc:sldMk cId="406383657" sldId="273"/>
            <ac:spMk id="6" creationId="{40C1898B-C3B1-4065-BB67-D867DDF895FB}"/>
          </ac:spMkLst>
        </pc:spChg>
        <pc:spChg chg="add mod">
          <ac:chgData name="刘 用龙" userId="57dddb669ed2e383" providerId="LiveId" clId="{FC730A96-777A-437B-A5EA-4DA786A0D693}" dt="2022-03-11T07:00:18.025" v="4521"/>
          <ac:spMkLst>
            <pc:docMk/>
            <pc:sldMk cId="406383657" sldId="273"/>
            <ac:spMk id="8" creationId="{F6EBA7E8-CAEF-4769-BBAD-8A1B75851D4D}"/>
          </ac:spMkLst>
        </pc:spChg>
        <pc:spChg chg="add del mod">
          <ac:chgData name="刘 用龙" userId="57dddb669ed2e383" providerId="LiveId" clId="{FC730A96-777A-437B-A5EA-4DA786A0D693}" dt="2022-03-11T07:00:17.999" v="4501"/>
          <ac:spMkLst>
            <pc:docMk/>
            <pc:sldMk cId="406383657" sldId="273"/>
            <ac:spMk id="9" creationId="{50313D25-3649-4C0A-96F6-4A8BDD205DCA}"/>
          </ac:spMkLst>
        </pc:spChg>
        <pc:spChg chg="add del mod">
          <ac:chgData name="刘 用龙" userId="57dddb669ed2e383" providerId="LiveId" clId="{FC730A96-777A-437B-A5EA-4DA786A0D693}" dt="2022-03-11T07:00:18.024" v="4520"/>
          <ac:spMkLst>
            <pc:docMk/>
            <pc:sldMk cId="406383657" sldId="273"/>
            <ac:spMk id="11" creationId="{1534FA67-55FA-4DBC-8382-16C331F4FF70}"/>
          </ac:spMkLst>
        </pc:spChg>
        <pc:spChg chg="add mod">
          <ac:chgData name="刘 用龙" userId="57dddb669ed2e383" providerId="LiveId" clId="{FC730A96-777A-437B-A5EA-4DA786A0D693}" dt="2022-03-11T07:00:18.067" v="4563"/>
          <ac:spMkLst>
            <pc:docMk/>
            <pc:sldMk cId="406383657" sldId="273"/>
            <ac:spMk id="14" creationId="{DF8E8AFB-549E-451F-AD1D-5D6BD64D6E1F}"/>
          </ac:spMkLst>
        </pc:spChg>
        <pc:grpChg chg="add mod">
          <ac:chgData name="刘 用龙" userId="57dddb669ed2e383" providerId="LiveId" clId="{FC730A96-777A-437B-A5EA-4DA786A0D693}" dt="2022-03-11T07:00:18.027" v="4523" actId="12788"/>
          <ac:grpSpMkLst>
            <pc:docMk/>
            <pc:sldMk cId="406383657" sldId="273"/>
            <ac:grpSpMk id="13" creationId="{37AC96B4-F068-46F5-8C1E-B89D61BD06FB}"/>
          </ac:grpSpMkLst>
        </pc:grp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3" creationId="{ADE278E9-7533-46EF-88FA-EA54D8065BF9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5" creationId="{ECC3CB25-23FE-49F2-9B77-37798CA8277F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7" creationId="{2190B13C-4CD4-40F4-89E5-D85D7E5ABEC7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10" creationId="{A4E6289C-BED6-44AB-BB4F-5084BA871AD1}"/>
          </ac:picMkLst>
        </pc:picChg>
        <pc:picChg chg="add mod">
          <ac:chgData name="刘 用龙" userId="57dddb669ed2e383" providerId="LiveId" clId="{FC730A96-777A-437B-A5EA-4DA786A0D693}" dt="2022-03-11T07:00:18.025" v="4521"/>
          <ac:picMkLst>
            <pc:docMk/>
            <pc:sldMk cId="406383657" sldId="273"/>
            <ac:picMk id="12" creationId="{E8BCAE0D-8059-4586-BC46-309E32338C7E}"/>
          </ac:picMkLst>
        </pc:picChg>
      </pc:sldChg>
      <pc:sldChg chg="addSp delSp modSp add mod">
        <pc:chgData name="刘 用龙" userId="57dddb669ed2e383" providerId="LiveId" clId="{FC730A96-777A-437B-A5EA-4DA786A0D693}" dt="2022-03-11T07:06:34.192" v="4889" actId="20577"/>
        <pc:sldMkLst>
          <pc:docMk/>
          <pc:sldMk cId="51262297" sldId="274"/>
        </pc:sldMkLst>
        <pc:spChg chg="add del mod">
          <ac:chgData name="刘 用龙" userId="57dddb669ed2e383" providerId="LiveId" clId="{FC730A96-777A-437B-A5EA-4DA786A0D693}" dt="2022-03-11T07:00:47.249" v="4595"/>
          <ac:spMkLst>
            <pc:docMk/>
            <pc:sldMk cId="51262297" sldId="274"/>
            <ac:spMk id="2" creationId="{9A60210F-6427-434C-B6E5-8901D0E041F4}"/>
          </ac:spMkLst>
        </pc:spChg>
        <pc:spChg chg="add del mod">
          <ac:chgData name="刘 用龙" userId="57dddb669ed2e383" providerId="LiveId" clId="{FC730A96-777A-437B-A5EA-4DA786A0D693}" dt="2022-03-11T07:00:47.272" v="4614"/>
          <ac:spMkLst>
            <pc:docMk/>
            <pc:sldMk cId="51262297" sldId="274"/>
            <ac:spMk id="4" creationId="{872F294D-B943-4F02-8064-A8A86F7F149C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6" creationId="{648981E5-8C04-472F-A6AA-1AA378EC3287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7" creationId="{EC8B8F3F-E040-4A10-8A82-28377864686F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8" creationId="{D4801BA0-0061-460A-B971-E3780256C05B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9" creationId="{66646E3C-094E-4E89-AB67-0E25A8A854AF}"/>
          </ac:spMkLst>
        </pc:spChg>
        <pc:spChg chg="add del mod">
          <ac:chgData name="刘 用龙" userId="57dddb669ed2e383" providerId="LiveId" clId="{FC730A96-777A-437B-A5EA-4DA786A0D693}" dt="2022-03-11T07:00:47.330" v="4677"/>
          <ac:spMkLst>
            <pc:docMk/>
            <pc:sldMk cId="51262297" sldId="274"/>
            <ac:spMk id="10" creationId="{9E0FC9FA-AF3E-4791-9B7B-0263A3C9CE5E}"/>
          </ac:spMkLst>
        </pc:spChg>
        <pc:spChg chg="add del mod">
          <ac:chgData name="刘 用龙" userId="57dddb669ed2e383" providerId="LiveId" clId="{FC730A96-777A-437B-A5EA-4DA786A0D693}" dt="2022-03-11T07:00:47.353" v="4696"/>
          <ac:spMkLst>
            <pc:docMk/>
            <pc:sldMk cId="51262297" sldId="274"/>
            <ac:spMk id="12" creationId="{C32C12A2-8730-4DBC-A9FC-CFE61E40D3FC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14" creationId="{CAED3CC1-4A06-4875-9A10-3A38A1011BD4}"/>
          </ac:spMkLst>
        </pc:spChg>
        <pc:spChg chg="add mod">
          <ac:chgData name="刘 用龙" userId="57dddb669ed2e383" providerId="LiveId" clId="{FC730A96-777A-437B-A5EA-4DA786A0D693}" dt="2022-03-11T07:00:47.394" v="4738"/>
          <ac:spMkLst>
            <pc:docMk/>
            <pc:sldMk cId="51262297" sldId="274"/>
            <ac:spMk id="15" creationId="{52733F05-BEE1-42C5-9276-0B4235F652F1}"/>
          </ac:spMkLst>
        </pc:spChg>
        <pc:spChg chg="add del mod">
          <ac:chgData name="刘 用龙" userId="57dddb669ed2e383" providerId="LiveId" clId="{FC730A96-777A-437B-A5EA-4DA786A0D693}" dt="2022-03-11T07:00:47.393" v="4737"/>
          <ac:spMkLst>
            <pc:docMk/>
            <pc:sldMk cId="51262297" sldId="274"/>
            <ac:spMk id="16" creationId="{63FB2608-BBB9-4567-9DDD-A3596A8D08D2}"/>
          </ac:spMkLst>
        </pc:spChg>
        <pc:spChg chg="add mod">
          <ac:chgData name="刘 用龙" userId="57dddb669ed2e383" providerId="LiveId" clId="{FC730A96-777A-437B-A5EA-4DA786A0D693}" dt="2022-03-11T07:06:34.192" v="4889" actId="20577"/>
          <ac:spMkLst>
            <pc:docMk/>
            <pc:sldMk cId="51262297" sldId="274"/>
            <ac:spMk id="19" creationId="{573EF690-9664-4EFF-9152-4AD60448B081}"/>
          </ac:spMkLst>
        </pc:spChg>
        <pc:grpChg chg="add mod">
          <ac:chgData name="刘 用龙" userId="57dddb669ed2e383" providerId="LiveId" clId="{FC730A96-777A-437B-A5EA-4DA786A0D693}" dt="2022-03-11T07:01:14.639" v="4785" actId="1076"/>
          <ac:grpSpMkLst>
            <pc:docMk/>
            <pc:sldMk cId="51262297" sldId="274"/>
            <ac:grpSpMk id="18" creationId="{BC49C045-CD01-47E4-92A5-4455616277FC}"/>
          </ac:grpSpMkLst>
        </pc:grp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3" creationId="{48F7B8E7-1644-409F-A20A-E2AF3018C9BD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5" creationId="{20C74020-3000-481B-BA8B-346EE93A281C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11" creationId="{254612C2-7543-4279-A610-181DAC78580A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13" creationId="{CCB2CB0B-D76A-48BC-91A7-52B89B7ACE3B}"/>
          </ac:picMkLst>
        </pc:picChg>
        <pc:picChg chg="add mod">
          <ac:chgData name="刘 用龙" userId="57dddb669ed2e383" providerId="LiveId" clId="{FC730A96-777A-437B-A5EA-4DA786A0D693}" dt="2022-03-11T07:00:47.394" v="4738"/>
          <ac:picMkLst>
            <pc:docMk/>
            <pc:sldMk cId="51262297" sldId="274"/>
            <ac:picMk id="17" creationId="{1CAACCAA-AE69-4539-8860-395BD6FFA09A}"/>
          </ac:picMkLst>
        </pc:picChg>
      </pc:sldChg>
      <pc:sldChg chg="addSp delSp modSp new del mod">
        <pc:chgData name="刘 用龙" userId="57dddb669ed2e383" providerId="LiveId" clId="{FC730A96-777A-437B-A5EA-4DA786A0D693}" dt="2022-03-11T07:01:50.977" v="4792" actId="47"/>
        <pc:sldMkLst>
          <pc:docMk/>
          <pc:sldMk cId="3196937056" sldId="275"/>
        </pc:sldMkLst>
        <pc:picChg chg="add del mod">
          <ac:chgData name="刘 用龙" userId="57dddb669ed2e383" providerId="LiveId" clId="{FC730A96-777A-437B-A5EA-4DA786A0D693}" dt="2022-03-11T07:01:48.978" v="4791" actId="478"/>
          <ac:picMkLst>
            <pc:docMk/>
            <pc:sldMk cId="3196937056" sldId="275"/>
            <ac:picMk id="2" creationId="{8AF2428A-E22D-4E17-9CDB-F08546605059}"/>
          </ac:picMkLst>
        </pc:picChg>
      </pc:sldChg>
      <pc:sldChg chg="addSp delSp modSp new mod">
        <pc:chgData name="刘 用龙" userId="57dddb669ed2e383" providerId="LiveId" clId="{FC730A96-777A-437B-A5EA-4DA786A0D693}" dt="2022-03-11T07:40:22.119" v="5311"/>
        <pc:sldMkLst>
          <pc:docMk/>
          <pc:sldMk cId="3520873765" sldId="275"/>
        </pc:sldMkLst>
        <pc:spChg chg="add del mod">
          <ac:chgData name="刘 用龙" userId="57dddb669ed2e383" providerId="LiveId" clId="{FC730A96-777A-437B-A5EA-4DA786A0D693}" dt="2022-03-11T07:14:46.142" v="4930"/>
          <ac:spMkLst>
            <pc:docMk/>
            <pc:sldMk cId="3520873765" sldId="275"/>
            <ac:spMk id="4" creationId="{8C0EA85C-2C41-4952-8A51-0ADCB946A4D2}"/>
          </ac:spMkLst>
        </pc:spChg>
        <pc:spChg chg="add del mod">
          <ac:chgData name="刘 用龙" userId="57dddb669ed2e383" providerId="LiveId" clId="{FC730A96-777A-437B-A5EA-4DA786A0D693}" dt="2022-03-11T07:14:37.528" v="4925"/>
          <ac:spMkLst>
            <pc:docMk/>
            <pc:sldMk cId="3520873765" sldId="275"/>
            <ac:spMk id="5" creationId="{7C993495-EBA3-425B-BE17-593D7C47713E}"/>
          </ac:spMkLst>
        </pc:spChg>
        <pc:graphicFrameChg chg="add mod modGraphic">
          <ac:chgData name="刘 用龙" userId="57dddb669ed2e383" providerId="LiveId" clId="{FC730A96-777A-437B-A5EA-4DA786A0D693}" dt="2022-03-11T07:40:22.119" v="5311"/>
          <ac:graphicFrameMkLst>
            <pc:docMk/>
            <pc:sldMk cId="3520873765" sldId="275"/>
            <ac:graphicFrameMk id="3" creationId="{56A43458-8BA6-4405-97C4-9842485BEEF9}"/>
          </ac:graphicFrameMkLst>
        </pc:graphicFrameChg>
        <pc:picChg chg="add del mod">
          <ac:chgData name="刘 用龙" userId="57dddb669ed2e383" providerId="LiveId" clId="{FC730A96-777A-437B-A5EA-4DA786A0D693}" dt="2022-03-11T07:17:09.537" v="4968" actId="478"/>
          <ac:picMkLst>
            <pc:docMk/>
            <pc:sldMk cId="3520873765" sldId="275"/>
            <ac:picMk id="2" creationId="{F665B708-23E1-4C6E-93C0-A16CEB1AE252}"/>
          </ac:picMkLst>
        </pc:picChg>
      </pc:sldChg>
    </pc:docChg>
  </pc:docChgLst>
  <pc:docChgLst>
    <pc:chgData name="刘 用龙" userId="57dddb669ed2e383" providerId="LiveId" clId="{AF0C8CA7-CC81-47BB-9B7E-F2F4E6580A44}"/>
    <pc:docChg chg="undo custSel addSld delSld modSld">
      <pc:chgData name="刘 用龙" userId="57dddb669ed2e383" providerId="LiveId" clId="{AF0C8CA7-CC81-47BB-9B7E-F2F4E6580A44}" dt="2022-03-21T03:20:34.980" v="1129" actId="12788"/>
      <pc:docMkLst>
        <pc:docMk/>
      </pc:docMkLst>
      <pc:sldChg chg="addSp delSp modSp mod">
        <pc:chgData name="刘 用龙" userId="57dddb669ed2e383" providerId="LiveId" clId="{AF0C8CA7-CC81-47BB-9B7E-F2F4E6580A44}" dt="2022-03-11T09:06:58.559" v="307" actId="1076"/>
        <pc:sldMkLst>
          <pc:docMk/>
          <pc:sldMk cId="4046447317" sldId="258"/>
        </pc:sldMkLst>
        <pc:spChg chg="mod">
          <ac:chgData name="刘 用龙" userId="57dddb669ed2e383" providerId="LiveId" clId="{AF0C8CA7-CC81-47BB-9B7E-F2F4E6580A44}" dt="2022-03-11T08:59:14.208" v="294"/>
          <ac:spMkLst>
            <pc:docMk/>
            <pc:sldMk cId="4046447317" sldId="258"/>
            <ac:spMk id="2" creationId="{8A783246-2FBF-4057-818C-D9AC79128252}"/>
          </ac:spMkLst>
        </pc:spChg>
        <pc:spChg chg="add mod">
          <ac:chgData name="刘 用龙" userId="57dddb669ed2e383" providerId="LiveId" clId="{AF0C8CA7-CC81-47BB-9B7E-F2F4E6580A44}" dt="2022-03-11T09:06:58.559" v="307" actId="1076"/>
          <ac:spMkLst>
            <pc:docMk/>
            <pc:sldMk cId="4046447317" sldId="258"/>
            <ac:spMk id="6" creationId="{46FAFC4C-4D1B-4494-A78A-23F91777F0D2}"/>
          </ac:spMkLst>
        </pc:spChg>
        <pc:picChg chg="del">
          <ac:chgData name="刘 用龙" userId="57dddb669ed2e383" providerId="LiveId" clId="{AF0C8CA7-CC81-47BB-9B7E-F2F4E6580A44}" dt="2022-03-11T08:58:32.962" v="280" actId="478"/>
          <ac:picMkLst>
            <pc:docMk/>
            <pc:sldMk cId="4046447317" sldId="258"/>
            <ac:picMk id="4" creationId="{9A0FF210-4C41-46B5-AA80-EB3E85064B31}"/>
          </ac:picMkLst>
        </pc:picChg>
        <pc:picChg chg="add mod">
          <ac:chgData name="刘 用龙" userId="57dddb669ed2e383" providerId="LiveId" clId="{AF0C8CA7-CC81-47BB-9B7E-F2F4E6580A44}" dt="2022-03-11T09:06:49.727" v="306" actId="1076"/>
          <ac:picMkLst>
            <pc:docMk/>
            <pc:sldMk cId="4046447317" sldId="258"/>
            <ac:picMk id="5" creationId="{0EE1C9ED-33D5-4F6A-B4E4-A5668FBEC4CC}"/>
          </ac:picMkLst>
        </pc:picChg>
        <pc:picChg chg="del">
          <ac:chgData name="刘 用龙" userId="57dddb669ed2e383" providerId="LiveId" clId="{AF0C8CA7-CC81-47BB-9B7E-F2F4E6580A44}" dt="2022-03-11T08:58:31.258" v="278" actId="478"/>
          <ac:picMkLst>
            <pc:docMk/>
            <pc:sldMk cId="4046447317" sldId="258"/>
            <ac:picMk id="1026" creationId="{898C1430-EA7C-4AD5-A1DA-8D4047079866}"/>
          </ac:picMkLst>
        </pc:picChg>
        <pc:picChg chg="del">
          <ac:chgData name="刘 用龙" userId="57dddb669ed2e383" providerId="LiveId" clId="{AF0C8CA7-CC81-47BB-9B7E-F2F4E6580A44}" dt="2022-03-11T08:58:32.339" v="279" actId="478"/>
          <ac:picMkLst>
            <pc:docMk/>
            <pc:sldMk cId="4046447317" sldId="258"/>
            <ac:picMk id="1028" creationId="{57A1EF68-A981-4B0C-8EE7-BF9C8AADAC37}"/>
          </ac:picMkLst>
        </pc:picChg>
      </pc:sldChg>
      <pc:sldChg chg="del">
        <pc:chgData name="刘 用龙" userId="57dddb669ed2e383" providerId="LiveId" clId="{AF0C8CA7-CC81-47BB-9B7E-F2F4E6580A44}" dt="2022-03-11T09:07:07.925" v="308" actId="47"/>
        <pc:sldMkLst>
          <pc:docMk/>
          <pc:sldMk cId="2662464346" sldId="259"/>
        </pc:sldMkLst>
      </pc:sldChg>
      <pc:sldChg chg="addSp delSp modSp mod modNotesTx">
        <pc:chgData name="刘 用龙" userId="57dddb669ed2e383" providerId="LiveId" clId="{AF0C8CA7-CC81-47BB-9B7E-F2F4E6580A44}" dt="2022-03-11T10:48:28.584" v="460" actId="14100"/>
        <pc:sldMkLst>
          <pc:docMk/>
          <pc:sldMk cId="4000764089" sldId="260"/>
        </pc:sldMkLst>
        <pc:spChg chg="mod">
          <ac:chgData name="刘 用龙" userId="57dddb669ed2e383" providerId="LiveId" clId="{AF0C8CA7-CC81-47BB-9B7E-F2F4E6580A44}" dt="2022-03-11T09:08:32.659" v="339" actId="2792"/>
          <ac:spMkLst>
            <pc:docMk/>
            <pc:sldMk cId="4000764089" sldId="260"/>
            <ac:spMk id="6" creationId="{EC824C42-EA97-4C0B-818D-B80BF5F5C7D3}"/>
          </ac:spMkLst>
        </pc:spChg>
        <pc:picChg chg="add mod">
          <ac:chgData name="刘 用龙" userId="57dddb669ed2e383" providerId="LiveId" clId="{AF0C8CA7-CC81-47BB-9B7E-F2F4E6580A44}" dt="2022-03-11T09:17:31.853" v="441" actId="1076"/>
          <ac:picMkLst>
            <pc:docMk/>
            <pc:sldMk cId="4000764089" sldId="260"/>
            <ac:picMk id="3" creationId="{7576C5EF-C296-4A27-8670-87CDB50EE979}"/>
          </ac:picMkLst>
        </pc:picChg>
        <pc:picChg chg="add mod">
          <ac:chgData name="刘 用龙" userId="57dddb669ed2e383" providerId="LiveId" clId="{AF0C8CA7-CC81-47BB-9B7E-F2F4E6580A44}" dt="2022-03-11T09:20:30.287" v="451" actId="1076"/>
          <ac:picMkLst>
            <pc:docMk/>
            <pc:sldMk cId="4000764089" sldId="260"/>
            <ac:picMk id="5" creationId="{A992F534-FB87-4EF2-B203-15BF651D45A3}"/>
          </ac:picMkLst>
        </pc:picChg>
        <pc:picChg chg="add del mod">
          <ac:chgData name="刘 用龙" userId="57dddb669ed2e383" providerId="LiveId" clId="{AF0C8CA7-CC81-47BB-9B7E-F2F4E6580A44}" dt="2022-03-11T10:48:18.774" v="456" actId="478"/>
          <ac:picMkLst>
            <pc:docMk/>
            <pc:sldMk cId="4000764089" sldId="260"/>
            <ac:picMk id="8" creationId="{D05CE570-AA6D-4110-842C-D4650FB4D49D}"/>
          </ac:picMkLst>
        </pc:picChg>
        <pc:picChg chg="add mod">
          <ac:chgData name="刘 用龙" userId="57dddb669ed2e383" providerId="LiveId" clId="{AF0C8CA7-CC81-47BB-9B7E-F2F4E6580A44}" dt="2022-03-11T10:48:28.584" v="460" actId="14100"/>
          <ac:picMkLst>
            <pc:docMk/>
            <pc:sldMk cId="4000764089" sldId="260"/>
            <ac:picMk id="10" creationId="{7265C7B7-199A-434A-BA0A-6D8D4442A9D3}"/>
          </ac:picMkLst>
        </pc:picChg>
        <pc:picChg chg="del">
          <ac:chgData name="刘 用龙" userId="57dddb669ed2e383" providerId="LiveId" clId="{AF0C8CA7-CC81-47BB-9B7E-F2F4E6580A44}" dt="2022-03-11T09:11:59.514" v="341" actId="478"/>
          <ac:picMkLst>
            <pc:docMk/>
            <pc:sldMk cId="4000764089" sldId="260"/>
            <ac:picMk id="3074" creationId="{B8AFDEA1-5637-40AE-A393-77831E1615E6}"/>
          </ac:picMkLst>
        </pc:picChg>
        <pc:picChg chg="del">
          <ac:chgData name="刘 用龙" userId="57dddb669ed2e383" providerId="LiveId" clId="{AF0C8CA7-CC81-47BB-9B7E-F2F4E6580A44}" dt="2022-03-11T09:12:01.197" v="344" actId="478"/>
          <ac:picMkLst>
            <pc:docMk/>
            <pc:sldMk cId="4000764089" sldId="260"/>
            <ac:picMk id="3076" creationId="{23969EFD-5C15-4005-BA48-D193661B0500}"/>
          </ac:picMkLst>
        </pc:picChg>
        <pc:picChg chg="del">
          <ac:chgData name="刘 用龙" userId="57dddb669ed2e383" providerId="LiveId" clId="{AF0C8CA7-CC81-47BB-9B7E-F2F4E6580A44}" dt="2022-03-11T09:12:00.742" v="343" actId="478"/>
          <ac:picMkLst>
            <pc:docMk/>
            <pc:sldMk cId="4000764089" sldId="260"/>
            <ac:picMk id="3078" creationId="{51F613CA-D760-4033-8DCC-E4687B563B8D}"/>
          </ac:picMkLst>
        </pc:picChg>
        <pc:picChg chg="del">
          <ac:chgData name="刘 用龙" userId="57dddb669ed2e383" providerId="LiveId" clId="{AF0C8CA7-CC81-47BB-9B7E-F2F4E6580A44}" dt="2022-03-11T09:12:00.217" v="342" actId="478"/>
          <ac:picMkLst>
            <pc:docMk/>
            <pc:sldMk cId="4000764089" sldId="260"/>
            <ac:picMk id="3080" creationId="{D6086A23-6CB9-4072-9BB9-73EEDCCD5D77}"/>
          </ac:picMkLst>
        </pc:picChg>
      </pc:sldChg>
      <pc:sldChg chg="delSp modSp mod">
        <pc:chgData name="刘 用龙" userId="57dddb669ed2e383" providerId="LiveId" clId="{AF0C8CA7-CC81-47BB-9B7E-F2F4E6580A44}" dt="2022-03-11T10:51:49.070" v="512" actId="20577"/>
        <pc:sldMkLst>
          <pc:docMk/>
          <pc:sldMk cId="398348066" sldId="261"/>
        </pc:sldMkLst>
        <pc:spChg chg="mod">
          <ac:chgData name="刘 用龙" userId="57dddb669ed2e383" providerId="LiveId" clId="{AF0C8CA7-CC81-47BB-9B7E-F2F4E6580A44}" dt="2022-03-11T10:51:49.070" v="512" actId="20577"/>
          <ac:spMkLst>
            <pc:docMk/>
            <pc:sldMk cId="398348066" sldId="261"/>
            <ac:spMk id="2" creationId="{639274E9-512F-43BA-B6C6-6574EDBB462D}"/>
          </ac:spMkLst>
        </pc:spChg>
        <pc:spChg chg="del">
          <ac:chgData name="刘 用龙" userId="57dddb669ed2e383" providerId="LiveId" clId="{AF0C8CA7-CC81-47BB-9B7E-F2F4E6580A44}" dt="2022-03-11T10:50:29.522" v="465" actId="478"/>
          <ac:spMkLst>
            <pc:docMk/>
            <pc:sldMk cId="398348066" sldId="261"/>
            <ac:spMk id="7" creationId="{8A83247E-6BF6-4C49-B270-A14116632946}"/>
          </ac:spMkLst>
        </pc:spChg>
        <pc:picChg chg="del">
          <ac:chgData name="刘 用龙" userId="57dddb669ed2e383" providerId="LiveId" clId="{AF0C8CA7-CC81-47BB-9B7E-F2F4E6580A44}" dt="2022-03-11T10:48:45.840" v="461" actId="478"/>
          <ac:picMkLst>
            <pc:docMk/>
            <pc:sldMk cId="398348066" sldId="261"/>
            <ac:picMk id="6" creationId="{6A8ECBE7-D942-459D-8E71-A889050CD559}"/>
          </ac:picMkLst>
        </pc:picChg>
      </pc:sldChg>
      <pc:sldChg chg="addSp delSp modSp mod">
        <pc:chgData name="刘 用龙" userId="57dddb669ed2e383" providerId="LiveId" clId="{AF0C8CA7-CC81-47BB-9B7E-F2F4E6580A44}" dt="2022-03-11T11:21:13.384" v="520" actId="1076"/>
        <pc:sldMkLst>
          <pc:docMk/>
          <pc:sldMk cId="3622032818" sldId="262"/>
        </pc:sldMkLst>
        <pc:spChg chg="del">
          <ac:chgData name="刘 用龙" userId="57dddb669ed2e383" providerId="LiveId" clId="{AF0C8CA7-CC81-47BB-9B7E-F2F4E6580A44}" dt="2022-03-11T09:12:20.975" v="350" actId="478"/>
          <ac:spMkLst>
            <pc:docMk/>
            <pc:sldMk cId="3622032818" sldId="262"/>
            <ac:spMk id="2" creationId="{FAEECACF-A8BA-4306-8BF7-4CB7ADCBA21B}"/>
          </ac:spMkLst>
        </pc:spChg>
        <pc:spChg chg="del mod">
          <ac:chgData name="刘 用龙" userId="57dddb669ed2e383" providerId="LiveId" clId="{AF0C8CA7-CC81-47BB-9B7E-F2F4E6580A44}" dt="2022-03-11T09:12:07.233" v="348" actId="478"/>
          <ac:spMkLst>
            <pc:docMk/>
            <pc:sldMk cId="3622032818" sldId="262"/>
            <ac:spMk id="5" creationId="{1CBBBD1F-9B2E-49A4-A89F-2B908A0CAEED}"/>
          </ac:spMkLst>
        </pc:spChg>
        <pc:spChg chg="del">
          <ac:chgData name="刘 用龙" userId="57dddb669ed2e383" providerId="LiveId" clId="{AF0C8CA7-CC81-47BB-9B7E-F2F4E6580A44}" dt="2022-03-11T09:12:07.805" v="349" actId="478"/>
          <ac:spMkLst>
            <pc:docMk/>
            <pc:sldMk cId="3622032818" sldId="262"/>
            <ac:spMk id="7" creationId="{FFCBC697-2666-4C0D-9E26-3E8392F08DC5}"/>
          </ac:spMkLst>
        </pc:spChg>
        <pc:spChg chg="add mod">
          <ac:chgData name="刘 用龙" userId="57dddb669ed2e383" providerId="LiveId" clId="{AF0C8CA7-CC81-47BB-9B7E-F2F4E6580A44}" dt="2022-03-11T09:13:00.917" v="368"/>
          <ac:spMkLst>
            <pc:docMk/>
            <pc:sldMk cId="3622032818" sldId="262"/>
            <ac:spMk id="8" creationId="{590ADAAD-7052-4107-A0BA-0D096410D000}"/>
          </ac:spMkLst>
        </pc:spChg>
        <pc:spChg chg="add del mod">
          <ac:chgData name="刘 用龙" userId="57dddb669ed2e383" providerId="LiveId" clId="{AF0C8CA7-CC81-47BB-9B7E-F2F4E6580A44}" dt="2022-03-11T09:13:20.246" v="376" actId="21"/>
          <ac:spMkLst>
            <pc:docMk/>
            <pc:sldMk cId="3622032818" sldId="262"/>
            <ac:spMk id="9" creationId="{6AFD410D-1A6B-40DF-9E45-3874558CB5A2}"/>
          </ac:spMkLst>
        </pc:spChg>
        <pc:picChg chg="del">
          <ac:chgData name="刘 用龙" userId="57dddb669ed2e383" providerId="LiveId" clId="{AF0C8CA7-CC81-47BB-9B7E-F2F4E6580A44}" dt="2022-03-11T09:12:04.302" v="345" actId="478"/>
          <ac:picMkLst>
            <pc:docMk/>
            <pc:sldMk cId="3622032818" sldId="262"/>
            <ac:picMk id="4" creationId="{8D5324AC-447D-4BB5-9CC7-2C6CC5AA0E10}"/>
          </ac:picMkLst>
        </pc:picChg>
        <pc:picChg chg="add mod">
          <ac:chgData name="刘 用龙" userId="57dddb669ed2e383" providerId="LiveId" clId="{AF0C8CA7-CC81-47BB-9B7E-F2F4E6580A44}" dt="2022-03-11T10:53:54.271" v="516" actId="1076"/>
          <ac:picMkLst>
            <pc:docMk/>
            <pc:sldMk cId="3622032818" sldId="262"/>
            <ac:picMk id="6" creationId="{601626AA-8A28-4FD9-89E9-FB4774D5C003}"/>
          </ac:picMkLst>
        </pc:picChg>
        <pc:picChg chg="add mod">
          <ac:chgData name="刘 用龙" userId="57dddb669ed2e383" providerId="LiveId" clId="{AF0C8CA7-CC81-47BB-9B7E-F2F4E6580A44}" dt="2022-03-11T11:21:13.384" v="520" actId="1076"/>
          <ac:picMkLst>
            <pc:docMk/>
            <pc:sldMk cId="3622032818" sldId="262"/>
            <ac:picMk id="11" creationId="{295772BD-DC83-4C77-AE4D-57CADDB5384B}"/>
          </ac:picMkLst>
        </pc:picChg>
        <pc:picChg chg="del">
          <ac:chgData name="刘 用龙" userId="57dddb669ed2e383" providerId="LiveId" clId="{AF0C8CA7-CC81-47BB-9B7E-F2F4E6580A44}" dt="2022-03-11T09:12:05.714" v="347" actId="478"/>
          <ac:picMkLst>
            <pc:docMk/>
            <pc:sldMk cId="3622032818" sldId="262"/>
            <ac:picMk id="2050" creationId="{7356CE4A-7EEF-4B30-A4E3-D9F4798D8562}"/>
          </ac:picMkLst>
        </pc:picChg>
      </pc:sldChg>
      <pc:sldChg chg="addSp delSp modSp del mod">
        <pc:chgData name="刘 用龙" userId="57dddb669ed2e383" providerId="LiveId" clId="{AF0C8CA7-CC81-47BB-9B7E-F2F4E6580A44}" dt="2022-03-11T09:13:26.903" v="378" actId="47"/>
        <pc:sldMkLst>
          <pc:docMk/>
          <pc:sldMk cId="277055532" sldId="263"/>
        </pc:sldMkLst>
        <pc:spChg chg="del mod">
          <ac:chgData name="刘 用龙" userId="57dddb669ed2e383" providerId="LiveId" clId="{AF0C8CA7-CC81-47BB-9B7E-F2F4E6580A44}" dt="2022-03-11T09:13:11.321" v="371" actId="478"/>
          <ac:spMkLst>
            <pc:docMk/>
            <pc:sldMk cId="277055532" sldId="263"/>
            <ac:spMk id="2" creationId="{202A6ACA-4D81-4D66-9C26-9A954980C7E6}"/>
          </ac:spMkLst>
        </pc:spChg>
        <pc:spChg chg="del mod">
          <ac:chgData name="刘 用龙" userId="57dddb669ed2e383" providerId="LiveId" clId="{AF0C8CA7-CC81-47BB-9B7E-F2F4E6580A44}" dt="2022-03-11T09:13:13.741" v="374" actId="478"/>
          <ac:spMkLst>
            <pc:docMk/>
            <pc:sldMk cId="277055532" sldId="263"/>
            <ac:spMk id="7" creationId="{6A9A2265-AFDB-41A7-9187-3C30F2C7C90F}"/>
          </ac:spMkLst>
        </pc:spChg>
        <pc:spChg chg="add mod">
          <ac:chgData name="刘 用龙" userId="57dddb669ed2e383" providerId="LiveId" clId="{AF0C8CA7-CC81-47BB-9B7E-F2F4E6580A44}" dt="2022-03-11T09:13:22.445" v="377"/>
          <ac:spMkLst>
            <pc:docMk/>
            <pc:sldMk cId="277055532" sldId="263"/>
            <ac:spMk id="9" creationId="{FB8EA41C-08BE-4B4F-ACE6-D634084AF5EA}"/>
          </ac:spMkLst>
        </pc:spChg>
        <pc:picChg chg="del">
          <ac:chgData name="刘 用龙" userId="57dddb669ed2e383" providerId="LiveId" clId="{AF0C8CA7-CC81-47BB-9B7E-F2F4E6580A44}" dt="2022-03-11T09:13:12.527" v="372" actId="478"/>
          <ac:picMkLst>
            <pc:docMk/>
            <pc:sldMk cId="277055532" sldId="263"/>
            <ac:picMk id="4" creationId="{78BB8468-32EF-4824-A23F-534D3245ADE8}"/>
          </ac:picMkLst>
        </pc:picChg>
        <pc:picChg chg="del">
          <ac:chgData name="刘 用龙" userId="57dddb669ed2e383" providerId="LiveId" clId="{AF0C8CA7-CC81-47BB-9B7E-F2F4E6580A44}" dt="2022-03-11T09:13:08.950" v="369" actId="478"/>
          <ac:picMkLst>
            <pc:docMk/>
            <pc:sldMk cId="277055532" sldId="263"/>
            <ac:picMk id="6" creationId="{8009024A-1CB2-4C78-949E-1548C46A19A6}"/>
          </ac:picMkLst>
        </pc:picChg>
      </pc:sldChg>
      <pc:sldChg chg="del">
        <pc:chgData name="刘 用龙" userId="57dddb669ed2e383" providerId="LiveId" clId="{AF0C8CA7-CC81-47BB-9B7E-F2F4E6580A44}" dt="2022-03-11T09:16:08.438" v="430" actId="47"/>
        <pc:sldMkLst>
          <pc:docMk/>
          <pc:sldMk cId="3299764503" sldId="264"/>
        </pc:sldMkLst>
      </pc:sldChg>
      <pc:sldChg chg="del">
        <pc:chgData name="刘 用龙" userId="57dddb669ed2e383" providerId="LiveId" clId="{AF0C8CA7-CC81-47BB-9B7E-F2F4E6580A44}" dt="2022-03-11T09:16:09.237" v="431" actId="47"/>
        <pc:sldMkLst>
          <pc:docMk/>
          <pc:sldMk cId="3049503952" sldId="265"/>
        </pc:sldMkLst>
      </pc:sldChg>
      <pc:sldChg chg="del">
        <pc:chgData name="刘 用龙" userId="57dddb669ed2e383" providerId="LiveId" clId="{AF0C8CA7-CC81-47BB-9B7E-F2F4E6580A44}" dt="2022-03-11T09:16:10.600" v="432" actId="47"/>
        <pc:sldMkLst>
          <pc:docMk/>
          <pc:sldMk cId="3525328741" sldId="267"/>
        </pc:sldMkLst>
      </pc:sldChg>
      <pc:sldChg chg="del">
        <pc:chgData name="刘 用龙" userId="57dddb669ed2e383" providerId="LiveId" clId="{AF0C8CA7-CC81-47BB-9B7E-F2F4E6580A44}" dt="2022-03-11T09:16:11.736" v="433" actId="47"/>
        <pc:sldMkLst>
          <pc:docMk/>
          <pc:sldMk cId="2421990708" sldId="269"/>
        </pc:sldMkLst>
      </pc:sldChg>
      <pc:sldChg chg="del">
        <pc:chgData name="刘 用龙" userId="57dddb669ed2e383" providerId="LiveId" clId="{AF0C8CA7-CC81-47BB-9B7E-F2F4E6580A44}" dt="2022-03-11T08:46:43.391" v="203" actId="47"/>
        <pc:sldMkLst>
          <pc:docMk/>
          <pc:sldMk cId="880328915" sldId="271"/>
        </pc:sldMkLst>
      </pc:sldChg>
      <pc:sldChg chg="addSp delSp modSp del mod">
        <pc:chgData name="刘 用龙" userId="57dddb669ed2e383" providerId="LiveId" clId="{AF0C8CA7-CC81-47BB-9B7E-F2F4E6580A44}" dt="2022-03-11T08:46:20.480" v="202" actId="47"/>
        <pc:sldMkLst>
          <pc:docMk/>
          <pc:sldMk cId="3520873765" sldId="275"/>
        </pc:sldMkLst>
        <pc:graphicFrameChg chg="add del mod modGraphic">
          <ac:chgData name="刘 用龙" userId="57dddb669ed2e383" providerId="LiveId" clId="{AF0C8CA7-CC81-47BB-9B7E-F2F4E6580A44}" dt="2022-03-11T08:38:03.973" v="61" actId="478"/>
          <ac:graphicFrameMkLst>
            <pc:docMk/>
            <pc:sldMk cId="3520873765" sldId="275"/>
            <ac:graphicFrameMk id="3" creationId="{56A43458-8BA6-4405-97C4-9842485BEEF9}"/>
          </ac:graphicFrameMkLst>
        </pc:graphicFrameChg>
      </pc:sldChg>
      <pc:sldChg chg="addSp delSp modSp add mod delAnim modAnim">
        <pc:chgData name="刘 用龙" userId="57dddb669ed2e383" providerId="LiveId" clId="{AF0C8CA7-CC81-47BB-9B7E-F2F4E6580A44}" dt="2022-03-11T09:18:36.281" v="447" actId="2085"/>
        <pc:sldMkLst>
          <pc:docMk/>
          <pc:sldMk cId="3121720495" sldId="276"/>
        </pc:sldMkLst>
        <pc:spChg chg="add mod">
          <ac:chgData name="刘 用龙" userId="57dddb669ed2e383" providerId="LiveId" clId="{AF0C8CA7-CC81-47BB-9B7E-F2F4E6580A44}" dt="2022-03-11T09:18:02.357" v="442" actId="2085"/>
          <ac:spMkLst>
            <pc:docMk/>
            <pc:sldMk cId="3121720495" sldId="276"/>
            <ac:spMk id="6" creationId="{2674A401-CA19-4FE1-B983-12D7317C78D4}"/>
          </ac:spMkLst>
        </pc:spChg>
        <pc:spChg chg="add del mod">
          <ac:chgData name="刘 用龙" userId="57dddb669ed2e383" providerId="LiveId" clId="{AF0C8CA7-CC81-47BB-9B7E-F2F4E6580A44}" dt="2022-03-11T08:50:28.597" v="215" actId="478"/>
          <ac:spMkLst>
            <pc:docMk/>
            <pc:sldMk cId="3121720495" sldId="276"/>
            <ac:spMk id="7" creationId="{B3B82AB2-13E9-46D9-8C03-884593A0FF54}"/>
          </ac:spMkLst>
        </pc:spChg>
        <pc:spChg chg="add del mod">
          <ac:chgData name="刘 用龙" userId="57dddb669ed2e383" providerId="LiveId" clId="{AF0C8CA7-CC81-47BB-9B7E-F2F4E6580A44}" dt="2022-03-11T08:50:27.791" v="214" actId="478"/>
          <ac:spMkLst>
            <pc:docMk/>
            <pc:sldMk cId="3121720495" sldId="276"/>
            <ac:spMk id="8" creationId="{6846D319-4085-44AA-BE7C-B91C97CC6202}"/>
          </ac:spMkLst>
        </pc:spChg>
        <pc:spChg chg="add mod">
          <ac:chgData name="刘 用龙" userId="57dddb669ed2e383" providerId="LiveId" clId="{AF0C8CA7-CC81-47BB-9B7E-F2F4E6580A44}" dt="2022-03-11T09:18:10.255" v="443" actId="2085"/>
          <ac:spMkLst>
            <pc:docMk/>
            <pc:sldMk cId="3121720495" sldId="276"/>
            <ac:spMk id="9" creationId="{E1EAEC00-BDB7-4F8E-B435-72463A1B9AFE}"/>
          </ac:spMkLst>
        </pc:spChg>
        <pc:spChg chg="add mod">
          <ac:chgData name="刘 用龙" userId="57dddb669ed2e383" providerId="LiveId" clId="{AF0C8CA7-CC81-47BB-9B7E-F2F4E6580A44}" dt="2022-03-11T09:18:14.905" v="444" actId="2085"/>
          <ac:spMkLst>
            <pc:docMk/>
            <pc:sldMk cId="3121720495" sldId="276"/>
            <ac:spMk id="10" creationId="{872C782D-AC19-42B2-A3B8-29F1D81C7629}"/>
          </ac:spMkLst>
        </pc:spChg>
        <pc:spChg chg="add del">
          <ac:chgData name="刘 用龙" userId="57dddb669ed2e383" providerId="LiveId" clId="{AF0C8CA7-CC81-47BB-9B7E-F2F4E6580A44}" dt="2022-03-11T08:51:40.923" v="223"/>
          <ac:spMkLst>
            <pc:docMk/>
            <pc:sldMk cId="3121720495" sldId="276"/>
            <ac:spMk id="11" creationId="{DB1B873C-7A9B-4B27-8345-2D13C70487DC}"/>
          </ac:spMkLst>
        </pc:spChg>
        <pc:spChg chg="add del">
          <ac:chgData name="刘 用龙" userId="57dddb669ed2e383" providerId="LiveId" clId="{AF0C8CA7-CC81-47BB-9B7E-F2F4E6580A44}" dt="2022-03-11T08:53:02.619" v="231"/>
          <ac:spMkLst>
            <pc:docMk/>
            <pc:sldMk cId="3121720495" sldId="276"/>
            <ac:spMk id="12" creationId="{F6016C38-ECC0-4530-815D-1B42006F2C9E}"/>
          </ac:spMkLst>
        </pc:spChg>
        <pc:spChg chg="add del mod">
          <ac:chgData name="刘 用龙" userId="57dddb669ed2e383" providerId="LiveId" clId="{AF0C8CA7-CC81-47BB-9B7E-F2F4E6580A44}" dt="2022-03-11T08:54:01.140" v="238" actId="478"/>
          <ac:spMkLst>
            <pc:docMk/>
            <pc:sldMk cId="3121720495" sldId="276"/>
            <ac:spMk id="13" creationId="{131ACBB8-981D-4112-9BFD-E2D15723DE6B}"/>
          </ac:spMkLst>
        </pc:spChg>
        <pc:spChg chg="add mod">
          <ac:chgData name="刘 用龙" userId="57dddb669ed2e383" providerId="LiveId" clId="{AF0C8CA7-CC81-47BB-9B7E-F2F4E6580A44}" dt="2022-03-11T09:18:21.270" v="445" actId="2085"/>
          <ac:spMkLst>
            <pc:docMk/>
            <pc:sldMk cId="3121720495" sldId="276"/>
            <ac:spMk id="14" creationId="{1B377640-F37F-4C60-A8D8-887F45C0A418}"/>
          </ac:spMkLst>
        </pc:spChg>
        <pc:spChg chg="add mod">
          <ac:chgData name="刘 用龙" userId="57dddb669ed2e383" providerId="LiveId" clId="{AF0C8CA7-CC81-47BB-9B7E-F2F4E6580A44}" dt="2022-03-11T09:18:29.665" v="446" actId="2085"/>
          <ac:spMkLst>
            <pc:docMk/>
            <pc:sldMk cId="3121720495" sldId="276"/>
            <ac:spMk id="15" creationId="{B31C7B9D-9B0A-49AA-A60B-C840C6C55CDF}"/>
          </ac:spMkLst>
        </pc:spChg>
        <pc:spChg chg="add mod">
          <ac:chgData name="刘 用龙" userId="57dddb669ed2e383" providerId="LiveId" clId="{AF0C8CA7-CC81-47BB-9B7E-F2F4E6580A44}" dt="2022-03-11T09:18:36.281" v="447" actId="2085"/>
          <ac:spMkLst>
            <pc:docMk/>
            <pc:sldMk cId="3121720495" sldId="276"/>
            <ac:spMk id="16" creationId="{5E9D1619-FCBD-41F4-8F46-F3A35EAE554C}"/>
          </ac:spMkLst>
        </pc:spChg>
        <pc:spChg chg="add mod">
          <ac:chgData name="刘 用龙" userId="57dddb669ed2e383" providerId="LiveId" clId="{AF0C8CA7-CC81-47BB-9B7E-F2F4E6580A44}" dt="2022-03-11T09:18:21.270" v="445" actId="2085"/>
          <ac:spMkLst>
            <pc:docMk/>
            <pc:sldMk cId="3121720495" sldId="276"/>
            <ac:spMk id="17" creationId="{5318E18E-A19D-4E88-9E3C-071A5F821726}"/>
          </ac:spMkLst>
        </pc:spChg>
        <pc:spChg chg="add mod">
          <ac:chgData name="刘 用龙" userId="57dddb669ed2e383" providerId="LiveId" clId="{AF0C8CA7-CC81-47BB-9B7E-F2F4E6580A44}" dt="2022-03-11T09:18:29.665" v="446" actId="2085"/>
          <ac:spMkLst>
            <pc:docMk/>
            <pc:sldMk cId="3121720495" sldId="276"/>
            <ac:spMk id="19" creationId="{86A0EAE7-8BC1-467C-BD04-7B32163CD4E0}"/>
          </ac:spMkLst>
        </pc:spChg>
        <pc:spChg chg="add mod">
          <ac:chgData name="刘 用龙" userId="57dddb669ed2e383" providerId="LiveId" clId="{AF0C8CA7-CC81-47BB-9B7E-F2F4E6580A44}" dt="2022-03-11T09:18:36.281" v="447" actId="2085"/>
          <ac:spMkLst>
            <pc:docMk/>
            <pc:sldMk cId="3121720495" sldId="276"/>
            <ac:spMk id="20" creationId="{40944D3E-A506-4FC7-B88E-CC6D415AA52D}"/>
          </ac:spMkLst>
        </pc:spChg>
        <pc:grpChg chg="add mod">
          <ac:chgData name="刘 用龙" userId="57dddb669ed2e383" providerId="LiveId" clId="{AF0C8CA7-CC81-47BB-9B7E-F2F4E6580A44}" dt="2022-03-11T08:56:20.667" v="260" actId="164"/>
          <ac:grpSpMkLst>
            <pc:docMk/>
            <pc:sldMk cId="3121720495" sldId="276"/>
            <ac:grpSpMk id="18" creationId="{756D011D-CF80-45A0-B599-7A41E00CECE8}"/>
          </ac:grpSpMkLst>
        </pc:grpChg>
        <pc:grpChg chg="add mod">
          <ac:chgData name="刘 用龙" userId="57dddb669ed2e383" providerId="LiveId" clId="{AF0C8CA7-CC81-47BB-9B7E-F2F4E6580A44}" dt="2022-03-11T08:57:44.523" v="273" actId="164"/>
          <ac:grpSpMkLst>
            <pc:docMk/>
            <pc:sldMk cId="3121720495" sldId="276"/>
            <ac:grpSpMk id="21" creationId="{493BFB96-54AE-4728-BD72-352AC8A2374F}"/>
          </ac:grpSpMkLst>
        </pc:grpChg>
        <pc:grpChg chg="add mod">
          <ac:chgData name="刘 用龙" userId="57dddb669ed2e383" providerId="LiveId" clId="{AF0C8CA7-CC81-47BB-9B7E-F2F4E6580A44}" dt="2022-03-11T08:57:49.035" v="274" actId="164"/>
          <ac:grpSpMkLst>
            <pc:docMk/>
            <pc:sldMk cId="3121720495" sldId="276"/>
            <ac:grpSpMk id="22" creationId="{992EF390-AA3E-444F-98C5-354C8AA549E0}"/>
          </ac:grpSpMkLst>
        </pc:grpChg>
        <pc:graphicFrameChg chg="add mod modGraphic">
          <ac:chgData name="刘 用龙" userId="57dddb669ed2e383" providerId="LiveId" clId="{AF0C8CA7-CC81-47BB-9B7E-F2F4E6580A44}" dt="2022-03-11T08:45:04.297" v="143" actId="20577"/>
          <ac:graphicFrameMkLst>
            <pc:docMk/>
            <pc:sldMk cId="3121720495" sldId="276"/>
            <ac:graphicFrameMk id="2" creationId="{5AE5BE00-65AC-478F-88EF-C69D33DA9690}"/>
          </ac:graphicFrameMkLst>
        </pc:graphicFrameChg>
        <pc:graphicFrameChg chg="del">
          <ac:chgData name="刘 用龙" userId="57dddb669ed2e383" providerId="LiveId" clId="{AF0C8CA7-CC81-47BB-9B7E-F2F4E6580A44}" dt="2022-03-11T08:38:31.110" v="63" actId="478"/>
          <ac:graphicFrameMkLst>
            <pc:docMk/>
            <pc:sldMk cId="3121720495" sldId="276"/>
            <ac:graphicFrameMk id="3" creationId="{56A43458-8BA6-4405-97C4-9842485BEEF9}"/>
          </ac:graphicFrameMkLst>
        </pc:graphicFrameChg>
        <pc:graphicFrameChg chg="add del mod">
          <ac:chgData name="刘 用龙" userId="57dddb669ed2e383" providerId="LiveId" clId="{AF0C8CA7-CC81-47BB-9B7E-F2F4E6580A44}" dt="2022-03-11T08:40:10.743" v="72" actId="478"/>
          <ac:graphicFrameMkLst>
            <pc:docMk/>
            <pc:sldMk cId="3121720495" sldId="276"/>
            <ac:graphicFrameMk id="4" creationId="{FF5FF799-80F4-4BD3-A277-A4B36A7FD8B6}"/>
          </ac:graphicFrameMkLst>
        </pc:graphicFrameChg>
        <pc:graphicFrameChg chg="add mod">
          <ac:chgData name="刘 用龙" userId="57dddb669ed2e383" providerId="LiveId" clId="{AF0C8CA7-CC81-47BB-9B7E-F2F4E6580A44}" dt="2022-03-11T08:45:43.643" v="201" actId="20577"/>
          <ac:graphicFrameMkLst>
            <pc:docMk/>
            <pc:sldMk cId="3121720495" sldId="276"/>
            <ac:graphicFrameMk id="5" creationId="{53B837A3-9423-46C1-B48E-12EB21FCE049}"/>
          </ac:graphicFrameMkLst>
        </pc:graphicFrameChg>
      </pc:sldChg>
      <pc:sldChg chg="addSp delSp modSp add mod modNotesTx">
        <pc:chgData name="刘 用龙" userId="57dddb669ed2e383" providerId="LiveId" clId="{AF0C8CA7-CC81-47BB-9B7E-F2F4E6580A44}" dt="2022-03-11T11:57:17.856" v="566" actId="1076"/>
        <pc:sldMkLst>
          <pc:docMk/>
          <pc:sldMk cId="928403001" sldId="277"/>
        </pc:sldMkLst>
        <pc:spChg chg="mod">
          <ac:chgData name="刘 用龙" userId="57dddb669ed2e383" providerId="LiveId" clId="{AF0C8CA7-CC81-47BB-9B7E-F2F4E6580A44}" dt="2022-03-11T09:15:38.476" v="423" actId="255"/>
          <ac:spMkLst>
            <pc:docMk/>
            <pc:sldMk cId="928403001" sldId="277"/>
            <ac:spMk id="8" creationId="{590ADAAD-7052-4107-A0BA-0D096410D000}"/>
          </ac:spMkLst>
        </pc:spChg>
        <pc:picChg chg="add mod">
          <ac:chgData name="刘 用龙" userId="57dddb669ed2e383" providerId="LiveId" clId="{AF0C8CA7-CC81-47BB-9B7E-F2F4E6580A44}" dt="2022-03-11T11:47:21.224" v="548" actId="14100"/>
          <ac:picMkLst>
            <pc:docMk/>
            <pc:sldMk cId="928403001" sldId="277"/>
            <ac:picMk id="3" creationId="{85A6156B-9CAE-4A1A-AFC0-AE1673FFB44E}"/>
          </ac:picMkLst>
        </pc:picChg>
        <pc:picChg chg="add mod">
          <ac:chgData name="刘 用龙" userId="57dddb669ed2e383" providerId="LiveId" clId="{AF0C8CA7-CC81-47BB-9B7E-F2F4E6580A44}" dt="2022-03-11T11:47:45.256" v="553" actId="1076"/>
          <ac:picMkLst>
            <pc:docMk/>
            <pc:sldMk cId="928403001" sldId="277"/>
            <ac:picMk id="5" creationId="{921D88B8-B3FB-4C52-9733-4EB81DC6EC35}"/>
          </ac:picMkLst>
        </pc:picChg>
        <pc:picChg chg="add mod">
          <ac:chgData name="刘 用龙" userId="57dddb669ed2e383" providerId="LiveId" clId="{AF0C8CA7-CC81-47BB-9B7E-F2F4E6580A44}" dt="2022-03-11T11:57:17.856" v="566" actId="1076"/>
          <ac:picMkLst>
            <pc:docMk/>
            <pc:sldMk cId="928403001" sldId="277"/>
            <ac:picMk id="7" creationId="{25D96B3A-BDD0-4F71-BE79-E0CD1185A9C2}"/>
          </ac:picMkLst>
        </pc:picChg>
        <pc:picChg chg="add mod">
          <ac:chgData name="刘 用龙" userId="57dddb669ed2e383" providerId="LiveId" clId="{AF0C8CA7-CC81-47BB-9B7E-F2F4E6580A44}" dt="2022-03-11T11:48:06.839" v="558" actId="1076"/>
          <ac:picMkLst>
            <pc:docMk/>
            <pc:sldMk cId="928403001" sldId="277"/>
            <ac:picMk id="2050" creationId="{12EB9A0D-DAA9-4EA7-8A55-C27B86ED3F9F}"/>
          </ac:picMkLst>
        </pc:picChg>
        <pc:picChg chg="add del mod">
          <ac:chgData name="刘 用龙" userId="57dddb669ed2e383" providerId="LiveId" clId="{AF0C8CA7-CC81-47BB-9B7E-F2F4E6580A44}" dt="2022-03-11T11:48:25.697" v="562" actId="478"/>
          <ac:picMkLst>
            <pc:docMk/>
            <pc:sldMk cId="928403001" sldId="277"/>
            <ac:picMk id="2052" creationId="{65ED8B37-E30D-4C1A-8D9F-A2C3225C2FF3}"/>
          </ac:picMkLst>
        </pc:picChg>
      </pc:sldChg>
      <pc:sldChg chg="addSp modSp add mod">
        <pc:chgData name="刘 用龙" userId="57dddb669ed2e383" providerId="LiveId" clId="{AF0C8CA7-CC81-47BB-9B7E-F2F4E6580A44}" dt="2022-03-21T02:58:48.428" v="1114" actId="1076"/>
        <pc:sldMkLst>
          <pc:docMk/>
          <pc:sldMk cId="3115431149" sldId="278"/>
        </pc:sldMkLst>
        <pc:spChg chg="mod">
          <ac:chgData name="刘 用龙" userId="57dddb669ed2e383" providerId="LiveId" clId="{AF0C8CA7-CC81-47BB-9B7E-F2F4E6580A44}" dt="2022-03-11T09:15:53.526" v="426" actId="255"/>
          <ac:spMkLst>
            <pc:docMk/>
            <pc:sldMk cId="3115431149" sldId="278"/>
            <ac:spMk id="8" creationId="{590ADAAD-7052-4107-A0BA-0D096410D000}"/>
          </ac:spMkLst>
        </pc:spChg>
        <pc:picChg chg="add mod">
          <ac:chgData name="刘 用龙" userId="57dddb669ed2e383" providerId="LiveId" clId="{AF0C8CA7-CC81-47BB-9B7E-F2F4E6580A44}" dt="2022-03-11T12:03:07.431" v="1108" actId="1076"/>
          <ac:picMkLst>
            <pc:docMk/>
            <pc:sldMk cId="3115431149" sldId="278"/>
            <ac:picMk id="3" creationId="{1CB799FB-8F03-4772-B2AE-93C3A4E12A48}"/>
          </ac:picMkLst>
        </pc:picChg>
        <pc:picChg chg="add mod">
          <ac:chgData name="刘 用龙" userId="57dddb669ed2e383" providerId="LiveId" clId="{AF0C8CA7-CC81-47BB-9B7E-F2F4E6580A44}" dt="2022-03-21T02:58:48.428" v="1114" actId="1076"/>
          <ac:picMkLst>
            <pc:docMk/>
            <pc:sldMk cId="3115431149" sldId="278"/>
            <ac:picMk id="4" creationId="{4904E1CB-5C70-4618-B998-E81A83CC159D}"/>
          </ac:picMkLst>
        </pc:picChg>
      </pc:sldChg>
      <pc:sldChg chg="modSp add del mod">
        <pc:chgData name="刘 用龙" userId="57dddb669ed2e383" providerId="LiveId" clId="{AF0C8CA7-CC81-47BB-9B7E-F2F4E6580A44}" dt="2022-03-21T03:06:38.490" v="1125" actId="47"/>
        <pc:sldMkLst>
          <pc:docMk/>
          <pc:sldMk cId="547659985" sldId="279"/>
        </pc:sldMkLst>
        <pc:spChg chg="mod">
          <ac:chgData name="刘 用龙" userId="57dddb669ed2e383" providerId="LiveId" clId="{AF0C8CA7-CC81-47BB-9B7E-F2F4E6580A44}" dt="2022-03-11T09:16:02.194" v="428" actId="255"/>
          <ac:spMkLst>
            <pc:docMk/>
            <pc:sldMk cId="547659985" sldId="279"/>
            <ac:spMk id="8" creationId="{590ADAAD-7052-4107-A0BA-0D096410D000}"/>
          </ac:spMkLst>
        </pc:spChg>
      </pc:sldChg>
      <pc:sldChg chg="add del">
        <pc:chgData name="刘 用龙" userId="57dddb669ed2e383" providerId="LiveId" clId="{AF0C8CA7-CC81-47BB-9B7E-F2F4E6580A44}" dt="2022-03-11T09:16:06.212" v="429" actId="47"/>
        <pc:sldMkLst>
          <pc:docMk/>
          <pc:sldMk cId="344241715" sldId="280"/>
        </pc:sldMkLst>
      </pc:sldChg>
      <pc:sldChg chg="addSp delSp modSp add mod">
        <pc:chgData name="刘 用龙" userId="57dddb669ed2e383" providerId="LiveId" clId="{AF0C8CA7-CC81-47BB-9B7E-F2F4E6580A44}" dt="2022-03-11T11:59:18.620" v="1052" actId="12788"/>
        <pc:sldMkLst>
          <pc:docMk/>
          <pc:sldMk cId="3465046080" sldId="280"/>
        </pc:sldMkLst>
        <pc:spChg chg="add del mod">
          <ac:chgData name="刘 用龙" userId="57dddb669ed2e383" providerId="LiveId" clId="{AF0C8CA7-CC81-47BB-9B7E-F2F4E6580A44}" dt="2022-03-11T11:59:18.620" v="1052" actId="12788"/>
          <ac:spMkLst>
            <pc:docMk/>
            <pc:sldMk cId="3465046080" sldId="280"/>
            <ac:spMk id="2" creationId="{639274E9-512F-43BA-B6C6-6574EDBB462D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5" creationId="{1D60FD99-B3CF-4FDF-B6BC-56377B7B7783}"/>
          </ac:spMkLst>
        </pc:spChg>
        <pc:spChg chg="add del mod">
          <ac:chgData name="刘 用龙" userId="57dddb669ed2e383" providerId="LiveId" clId="{AF0C8CA7-CC81-47BB-9B7E-F2F4E6580A44}" dt="2022-03-11T11:58:41.983" v="1044" actId="478"/>
          <ac:spMkLst>
            <pc:docMk/>
            <pc:sldMk cId="3465046080" sldId="280"/>
            <ac:spMk id="7" creationId="{8A83247E-6BF6-4C49-B270-A14116632946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8" creationId="{62986D35-F2F9-42E2-833B-F1EF72A68948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9" creationId="{29684C8D-5702-4AF7-93FB-4C9886CCD8E1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0" creationId="{948429C7-6492-41A6-A2E9-111B0B11D106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1" creationId="{9DBA2028-BF95-4B41-BE74-9F48ECEF7631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2" creationId="{FEE78931-11E1-42FD-B41D-5F29D3C51564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3" creationId="{179C8240-F48C-4AD1-98CE-1ABB16E4F6CA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4" creationId="{E9724E46-3DDA-4237-9142-E9304682FE8D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5" creationId="{C91BFA81-D149-4D7C-86FD-EDD83EF4E3B7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6" creationId="{46D5505A-27DA-4FAC-AEA4-B87481F579BF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7" creationId="{7F257B3D-7128-4D6C-A536-0E5E27D55B0C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8" creationId="{B11975D3-9182-42BF-8455-EFD8048069E8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19" creationId="{2F2B4536-A05F-425C-8179-EE60EFB435CF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20" creationId="{07004B95-C69E-467F-A541-3F68C7B6EF7B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21" creationId="{3B924BA9-BC0A-4163-B611-879651BB7DEB}"/>
          </ac:spMkLst>
        </pc:spChg>
        <pc:spChg chg="add del mod">
          <ac:chgData name="刘 用龙" userId="57dddb669ed2e383" providerId="LiveId" clId="{AF0C8CA7-CC81-47BB-9B7E-F2F4E6580A44}" dt="2022-03-11T11:58:31.145" v="1041"/>
          <ac:spMkLst>
            <pc:docMk/>
            <pc:sldMk cId="3465046080" sldId="280"/>
            <ac:spMk id="22" creationId="{A714A319-A787-4F0E-84E2-ECEAD90FEDFD}"/>
          </ac:spMkLst>
        </pc:spChg>
        <pc:spChg chg="add del mod">
          <ac:chgData name="刘 用龙" userId="57dddb669ed2e383" providerId="LiveId" clId="{AF0C8CA7-CC81-47BB-9B7E-F2F4E6580A44}" dt="2022-03-11T11:58:37.096" v="1043"/>
          <ac:spMkLst>
            <pc:docMk/>
            <pc:sldMk cId="3465046080" sldId="280"/>
            <ac:spMk id="23" creationId="{B4E7884D-ED1B-4478-A8FE-C46CC73B8637}"/>
          </ac:spMkLst>
        </pc:spChg>
        <pc:picChg chg="add del">
          <ac:chgData name="刘 用龙" userId="57dddb669ed2e383" providerId="LiveId" clId="{AF0C8CA7-CC81-47BB-9B7E-F2F4E6580A44}" dt="2022-03-11T11:58:44.592" v="1045" actId="478"/>
          <ac:picMkLst>
            <pc:docMk/>
            <pc:sldMk cId="3465046080" sldId="280"/>
            <ac:picMk id="6" creationId="{6A8ECBE7-D942-459D-8E71-A889050CD559}"/>
          </ac:picMkLst>
        </pc:picChg>
      </pc:sldChg>
      <pc:sldChg chg="addSp delSp modSp add mod">
        <pc:chgData name="刘 用龙" userId="57dddb669ed2e383" providerId="LiveId" clId="{AF0C8CA7-CC81-47BB-9B7E-F2F4E6580A44}" dt="2022-03-11T11:36:32.151" v="542" actId="113"/>
        <pc:sldMkLst>
          <pc:docMk/>
          <pc:sldMk cId="997008171" sldId="281"/>
        </pc:sldMkLst>
        <pc:spChg chg="mod">
          <ac:chgData name="刘 用龙" userId="57dddb669ed2e383" providerId="LiveId" clId="{AF0C8CA7-CC81-47BB-9B7E-F2F4E6580A44}" dt="2022-03-11T11:36:32.151" v="542" actId="113"/>
          <ac:spMkLst>
            <pc:docMk/>
            <pc:sldMk cId="997008171" sldId="281"/>
            <ac:spMk id="2" creationId="{639274E9-512F-43BA-B6C6-6574EDBB462D}"/>
          </ac:spMkLst>
        </pc:spChg>
        <pc:spChg chg="add mod">
          <ac:chgData name="刘 用龙" userId="57dddb669ed2e383" providerId="LiveId" clId="{AF0C8CA7-CC81-47BB-9B7E-F2F4E6580A44}" dt="2022-03-11T11:35:44.552" v="539" actId="1076"/>
          <ac:spMkLst>
            <pc:docMk/>
            <pc:sldMk cId="997008171" sldId="281"/>
            <ac:spMk id="5" creationId="{5C75CA01-D588-47BE-9339-260FC421E27E}"/>
          </ac:spMkLst>
        </pc:spChg>
        <pc:spChg chg="del">
          <ac:chgData name="刘 用龙" userId="57dddb669ed2e383" providerId="LiveId" clId="{AF0C8CA7-CC81-47BB-9B7E-F2F4E6580A44}" dt="2022-03-11T11:35:02.475" v="533" actId="478"/>
          <ac:spMkLst>
            <pc:docMk/>
            <pc:sldMk cId="997008171" sldId="281"/>
            <ac:spMk id="7" creationId="{8A83247E-6BF6-4C49-B270-A14116632946}"/>
          </ac:spMkLst>
        </pc:spChg>
        <pc:picChg chg="del">
          <ac:chgData name="刘 用龙" userId="57dddb669ed2e383" providerId="LiveId" clId="{AF0C8CA7-CC81-47BB-9B7E-F2F4E6580A44}" dt="2022-03-11T11:33:59.614" v="521" actId="478"/>
          <ac:picMkLst>
            <pc:docMk/>
            <pc:sldMk cId="997008171" sldId="281"/>
            <ac:picMk id="6" creationId="{6A8ECBE7-D942-459D-8E71-A889050CD559}"/>
          </ac:picMkLst>
        </pc:picChg>
      </pc:sldChg>
      <pc:sldChg chg="addSp delSp modSp add mod">
        <pc:chgData name="刘 用龙" userId="57dddb669ed2e383" providerId="LiveId" clId="{AF0C8CA7-CC81-47BB-9B7E-F2F4E6580A44}" dt="2022-03-21T03:02:25.398" v="1124" actId="12788"/>
        <pc:sldMkLst>
          <pc:docMk/>
          <pc:sldMk cId="2711787141" sldId="282"/>
        </pc:sldMkLst>
        <pc:spChg chg="add mod">
          <ac:chgData name="刘 用龙" userId="57dddb669ed2e383" providerId="LiveId" clId="{AF0C8CA7-CC81-47BB-9B7E-F2F4E6580A44}" dt="2022-03-21T03:02:25.398" v="1124" actId="12788"/>
          <ac:spMkLst>
            <pc:docMk/>
            <pc:sldMk cId="2711787141" sldId="282"/>
            <ac:spMk id="2" creationId="{06D9D6A2-267D-4ECE-A77E-D23D7924E138}"/>
          </ac:spMkLst>
        </pc:spChg>
        <pc:spChg chg="del">
          <ac:chgData name="刘 用龙" userId="57dddb669ed2e383" providerId="LiveId" clId="{AF0C8CA7-CC81-47BB-9B7E-F2F4E6580A44}" dt="2022-03-11T12:10:39.723" v="1109" actId="478"/>
          <ac:spMkLst>
            <pc:docMk/>
            <pc:sldMk cId="2711787141" sldId="282"/>
            <ac:spMk id="2" creationId="{639274E9-512F-43BA-B6C6-6574EDBB462D}"/>
          </ac:spMkLst>
        </pc:spChg>
        <pc:spChg chg="del">
          <ac:chgData name="刘 用龙" userId="57dddb669ed2e383" providerId="LiveId" clId="{AF0C8CA7-CC81-47BB-9B7E-F2F4E6580A44}" dt="2022-03-11T12:10:41.389" v="1110" actId="478"/>
          <ac:spMkLst>
            <pc:docMk/>
            <pc:sldMk cId="2711787141" sldId="282"/>
            <ac:spMk id="7" creationId="{8A83247E-6BF6-4C49-B270-A14116632946}"/>
          </ac:spMkLst>
        </pc:spChg>
        <pc:picChg chg="del">
          <ac:chgData name="刘 用龙" userId="57dddb669ed2e383" providerId="LiveId" clId="{AF0C8CA7-CC81-47BB-9B7E-F2F4E6580A44}" dt="2022-03-11T12:10:42.845" v="1111" actId="478"/>
          <ac:picMkLst>
            <pc:docMk/>
            <pc:sldMk cId="2711787141" sldId="282"/>
            <ac:picMk id="6" creationId="{6A8ECBE7-D942-459D-8E71-A889050CD559}"/>
          </ac:picMkLst>
        </pc:picChg>
      </pc:sldChg>
      <pc:sldChg chg="addSp delSp modSp new mod">
        <pc:chgData name="刘 用龙" userId="57dddb669ed2e383" providerId="LiveId" clId="{AF0C8CA7-CC81-47BB-9B7E-F2F4E6580A44}" dt="2022-03-21T03:20:34.980" v="1129" actId="12788"/>
        <pc:sldMkLst>
          <pc:docMk/>
          <pc:sldMk cId="3499658299" sldId="283"/>
        </pc:sldMkLst>
        <pc:spChg chg="del">
          <ac:chgData name="刘 用龙" userId="57dddb669ed2e383" providerId="LiveId" clId="{AF0C8CA7-CC81-47BB-9B7E-F2F4E6580A44}" dt="2022-03-11T12:00:51.728" v="1054" actId="478"/>
          <ac:spMkLst>
            <pc:docMk/>
            <pc:sldMk cId="3499658299" sldId="283"/>
            <ac:spMk id="2" creationId="{4ADCB644-D02E-4655-A557-AEAC52E409D7}"/>
          </ac:spMkLst>
        </pc:spChg>
        <pc:spChg chg="del">
          <ac:chgData name="刘 用龙" userId="57dddb669ed2e383" providerId="LiveId" clId="{AF0C8CA7-CC81-47BB-9B7E-F2F4E6580A44}" dt="2022-03-11T12:00:54.187" v="1055" actId="478"/>
          <ac:spMkLst>
            <pc:docMk/>
            <pc:sldMk cId="3499658299" sldId="283"/>
            <ac:spMk id="3" creationId="{75F96311-299D-412E-B713-6DF609A24DC1}"/>
          </ac:spMkLst>
        </pc:spChg>
        <pc:spChg chg="add mod">
          <ac:chgData name="刘 用龙" userId="57dddb669ed2e383" providerId="LiveId" clId="{AF0C8CA7-CC81-47BB-9B7E-F2F4E6580A44}" dt="2022-03-11T12:01:34.840" v="1106" actId="14100"/>
          <ac:spMkLst>
            <pc:docMk/>
            <pc:sldMk cId="3499658299" sldId="283"/>
            <ac:spMk id="4" creationId="{20CC6DCB-2504-4088-A8C6-8A323D40B225}"/>
          </ac:spMkLst>
        </pc:spChg>
        <pc:picChg chg="add mod">
          <ac:chgData name="刘 用龙" userId="57dddb669ed2e383" providerId="LiveId" clId="{AF0C8CA7-CC81-47BB-9B7E-F2F4E6580A44}" dt="2022-03-21T03:20:34.980" v="1129" actId="12788"/>
          <ac:picMkLst>
            <pc:docMk/>
            <pc:sldMk cId="3499658299" sldId="283"/>
            <ac:picMk id="3" creationId="{85D5A69A-1AAF-4DE8-86F2-3230A3D4588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5353F0-968A-4EB5-9DEE-7FAED8DB84F2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708EC73-55B9-446B-9672-2E123F01D1EB}">
      <dgm:prSet phldrT="[文本]"/>
      <dgm:spPr/>
      <dgm:t>
        <a:bodyPr/>
        <a:lstStyle/>
        <a:p>
          <a:r>
            <a:rPr lang="zh-CN" altLang="en-US" dirty="0"/>
            <a:t>绝对布局</a:t>
          </a:r>
        </a:p>
      </dgm:t>
    </dgm:pt>
    <dgm:pt modelId="{B7460D8D-CB30-4B35-B01F-0C291BAB818B}" type="parTrans" cxnId="{28E1F54E-605B-4112-859A-47FF852DB539}">
      <dgm:prSet/>
      <dgm:spPr/>
      <dgm:t>
        <a:bodyPr/>
        <a:lstStyle/>
        <a:p>
          <a:endParaRPr lang="zh-CN" altLang="en-US"/>
        </a:p>
      </dgm:t>
    </dgm:pt>
    <dgm:pt modelId="{1EC41CEB-0F5E-4778-915F-C82E90CEB1F3}" type="sibTrans" cxnId="{28E1F54E-605B-4112-859A-47FF852DB539}">
      <dgm:prSet/>
      <dgm:spPr/>
      <dgm:t>
        <a:bodyPr/>
        <a:lstStyle/>
        <a:p>
          <a:endParaRPr lang="zh-CN" altLang="en-US"/>
        </a:p>
      </dgm:t>
    </dgm:pt>
    <dgm:pt modelId="{48D85B4B-6B60-4458-B8D9-875F232DFABB}">
      <dgm:prSet phldrT="[文本]"/>
      <dgm:spPr/>
      <dgm:t>
        <a:bodyPr/>
        <a:lstStyle/>
        <a:p>
          <a:r>
            <a:rPr lang="zh-CN" altLang="en-US" dirty="0"/>
            <a:t>水平布局</a:t>
          </a:r>
        </a:p>
      </dgm:t>
    </dgm:pt>
    <dgm:pt modelId="{6B70CFB5-C70A-4206-8455-4DB813F07001}" type="parTrans" cxnId="{448339E8-AAD9-403F-AB23-99F128B226D8}">
      <dgm:prSet/>
      <dgm:spPr/>
      <dgm:t>
        <a:bodyPr/>
        <a:lstStyle/>
        <a:p>
          <a:endParaRPr lang="zh-CN" altLang="en-US"/>
        </a:p>
      </dgm:t>
    </dgm:pt>
    <dgm:pt modelId="{A3E9F694-5A04-4780-BBCB-9B2027971C97}" type="sibTrans" cxnId="{448339E8-AAD9-403F-AB23-99F128B226D8}">
      <dgm:prSet/>
      <dgm:spPr/>
      <dgm:t>
        <a:bodyPr/>
        <a:lstStyle/>
        <a:p>
          <a:endParaRPr lang="zh-CN" altLang="en-US"/>
        </a:p>
      </dgm:t>
    </dgm:pt>
    <dgm:pt modelId="{D412AF4C-9D5B-4ED8-B08E-21A2C10E9634}">
      <dgm:prSet phldrT="[文本]"/>
      <dgm:spPr/>
      <dgm:t>
        <a:bodyPr/>
        <a:lstStyle/>
        <a:p>
          <a:r>
            <a:rPr lang="zh-CN" altLang="en-US" dirty="0"/>
            <a:t>垂直布局</a:t>
          </a:r>
        </a:p>
      </dgm:t>
    </dgm:pt>
    <dgm:pt modelId="{AF38BC8C-167B-4594-80EF-A7D6545993D3}" type="parTrans" cxnId="{BB090186-B981-4826-840F-299946CB9AF1}">
      <dgm:prSet/>
      <dgm:spPr/>
      <dgm:t>
        <a:bodyPr/>
        <a:lstStyle/>
        <a:p>
          <a:endParaRPr lang="zh-CN" altLang="en-US"/>
        </a:p>
      </dgm:t>
    </dgm:pt>
    <dgm:pt modelId="{E5D1CA40-8808-4FB7-9C6B-66BE7B130AB9}" type="sibTrans" cxnId="{BB090186-B981-4826-840F-299946CB9AF1}">
      <dgm:prSet/>
      <dgm:spPr/>
      <dgm:t>
        <a:bodyPr/>
        <a:lstStyle/>
        <a:p>
          <a:endParaRPr lang="zh-CN" altLang="en-US"/>
        </a:p>
      </dgm:t>
    </dgm:pt>
    <dgm:pt modelId="{715426D1-C8EB-46C2-888D-09214780FA6A}" type="pres">
      <dgm:prSet presAssocID="{225353F0-968A-4EB5-9DEE-7FAED8DB84F2}" presName="theList" presStyleCnt="0">
        <dgm:presLayoutVars>
          <dgm:dir/>
          <dgm:animLvl val="lvl"/>
          <dgm:resizeHandles val="exact"/>
        </dgm:presLayoutVars>
      </dgm:prSet>
      <dgm:spPr/>
    </dgm:pt>
    <dgm:pt modelId="{D7A2106F-A042-4CE0-AB96-77F0A0A52BFD}" type="pres">
      <dgm:prSet presAssocID="{8708EC73-55B9-446B-9672-2E123F01D1EB}" presName="compNode" presStyleCnt="0"/>
      <dgm:spPr/>
    </dgm:pt>
    <dgm:pt modelId="{A056F892-C8F6-42E1-AE9C-152E28A8676B}" type="pres">
      <dgm:prSet presAssocID="{8708EC73-55B9-446B-9672-2E123F01D1EB}" presName="noGeometry" presStyleCnt="0"/>
      <dgm:spPr/>
    </dgm:pt>
    <dgm:pt modelId="{6C1F8C7D-C77A-4E7B-AF04-ABC996383352}" type="pres">
      <dgm:prSet presAssocID="{8708EC73-55B9-446B-9672-2E123F01D1EB}" presName="childTextVisible" presStyleLbl="bgAccFollowNode1" presStyleIdx="0" presStyleCnt="3">
        <dgm:presLayoutVars>
          <dgm:bulletEnabled val="1"/>
        </dgm:presLayoutVars>
      </dgm:prSet>
      <dgm:spPr/>
    </dgm:pt>
    <dgm:pt modelId="{F99426F7-59CD-4356-931D-FB3C146EE52F}" type="pres">
      <dgm:prSet presAssocID="{8708EC73-55B9-446B-9672-2E123F01D1EB}" presName="childTextHidden" presStyleLbl="bgAccFollowNode1" presStyleIdx="0" presStyleCnt="3"/>
      <dgm:spPr/>
    </dgm:pt>
    <dgm:pt modelId="{A82916D4-7781-4A7A-822D-5418A20F4062}" type="pres">
      <dgm:prSet presAssocID="{8708EC73-55B9-446B-9672-2E123F01D1E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45BB012-5A72-4AA9-B7AC-0BB694E53E8C}" type="pres">
      <dgm:prSet presAssocID="{8708EC73-55B9-446B-9672-2E123F01D1EB}" presName="aSpace" presStyleCnt="0"/>
      <dgm:spPr/>
    </dgm:pt>
    <dgm:pt modelId="{3BAB4116-4106-45C4-80AA-4AD6EBEF9691}" type="pres">
      <dgm:prSet presAssocID="{48D85B4B-6B60-4458-B8D9-875F232DFABB}" presName="compNode" presStyleCnt="0"/>
      <dgm:spPr/>
    </dgm:pt>
    <dgm:pt modelId="{0760DC80-1952-44C6-AED2-41E74C05EFFE}" type="pres">
      <dgm:prSet presAssocID="{48D85B4B-6B60-4458-B8D9-875F232DFABB}" presName="noGeometry" presStyleCnt="0"/>
      <dgm:spPr/>
    </dgm:pt>
    <dgm:pt modelId="{BE220859-A8F3-4FA6-AD93-0AC52C7C4ECA}" type="pres">
      <dgm:prSet presAssocID="{48D85B4B-6B60-4458-B8D9-875F232DFABB}" presName="childTextVisible" presStyleLbl="bgAccFollowNode1" presStyleIdx="1" presStyleCnt="3">
        <dgm:presLayoutVars>
          <dgm:bulletEnabled val="1"/>
        </dgm:presLayoutVars>
      </dgm:prSet>
      <dgm:spPr/>
    </dgm:pt>
    <dgm:pt modelId="{2863EB23-BF65-41A8-8673-A4C7211A43B6}" type="pres">
      <dgm:prSet presAssocID="{48D85B4B-6B60-4458-B8D9-875F232DFABB}" presName="childTextHidden" presStyleLbl="bgAccFollowNode1" presStyleIdx="1" presStyleCnt="3"/>
      <dgm:spPr/>
    </dgm:pt>
    <dgm:pt modelId="{2E02B623-07AD-41C8-B88B-FD64B06EB34B}" type="pres">
      <dgm:prSet presAssocID="{48D85B4B-6B60-4458-B8D9-875F232DFAB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C2F3B7D-2EDA-4335-83D1-912B76AC998F}" type="pres">
      <dgm:prSet presAssocID="{48D85B4B-6B60-4458-B8D9-875F232DFABB}" presName="aSpace" presStyleCnt="0"/>
      <dgm:spPr/>
    </dgm:pt>
    <dgm:pt modelId="{C0FE27C7-20A8-454B-9442-C57828B65D97}" type="pres">
      <dgm:prSet presAssocID="{D412AF4C-9D5B-4ED8-B08E-21A2C10E9634}" presName="compNode" presStyleCnt="0"/>
      <dgm:spPr/>
    </dgm:pt>
    <dgm:pt modelId="{B36FBC7F-8266-4D3D-B4E0-28271031C06B}" type="pres">
      <dgm:prSet presAssocID="{D412AF4C-9D5B-4ED8-B08E-21A2C10E9634}" presName="noGeometry" presStyleCnt="0"/>
      <dgm:spPr/>
    </dgm:pt>
    <dgm:pt modelId="{8A050BBE-3457-4C81-8EC6-0AE50B818474}" type="pres">
      <dgm:prSet presAssocID="{D412AF4C-9D5B-4ED8-B08E-21A2C10E9634}" presName="childTextVisible" presStyleLbl="bgAccFollowNode1" presStyleIdx="2" presStyleCnt="3">
        <dgm:presLayoutVars>
          <dgm:bulletEnabled val="1"/>
        </dgm:presLayoutVars>
      </dgm:prSet>
      <dgm:spPr/>
    </dgm:pt>
    <dgm:pt modelId="{FCE61540-2482-4D86-85D5-506FD379C1F4}" type="pres">
      <dgm:prSet presAssocID="{D412AF4C-9D5B-4ED8-B08E-21A2C10E9634}" presName="childTextHidden" presStyleLbl="bgAccFollowNode1" presStyleIdx="2" presStyleCnt="3"/>
      <dgm:spPr/>
    </dgm:pt>
    <dgm:pt modelId="{637B35BA-9DEB-40BC-AE18-7BA5241A9A56}" type="pres">
      <dgm:prSet presAssocID="{D412AF4C-9D5B-4ED8-B08E-21A2C10E9634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8E1F54E-605B-4112-859A-47FF852DB539}" srcId="{225353F0-968A-4EB5-9DEE-7FAED8DB84F2}" destId="{8708EC73-55B9-446B-9672-2E123F01D1EB}" srcOrd="0" destOrd="0" parTransId="{B7460D8D-CB30-4B35-B01F-0C291BAB818B}" sibTransId="{1EC41CEB-0F5E-4778-915F-C82E90CEB1F3}"/>
    <dgm:cxn modelId="{BB090186-B981-4826-840F-299946CB9AF1}" srcId="{225353F0-968A-4EB5-9DEE-7FAED8DB84F2}" destId="{D412AF4C-9D5B-4ED8-B08E-21A2C10E9634}" srcOrd="2" destOrd="0" parTransId="{AF38BC8C-167B-4594-80EF-A7D6545993D3}" sibTransId="{E5D1CA40-8808-4FB7-9C6B-66BE7B130AB9}"/>
    <dgm:cxn modelId="{6A66A3B1-AF45-4503-9FE0-BC164FB3DB86}" type="presOf" srcId="{D412AF4C-9D5B-4ED8-B08E-21A2C10E9634}" destId="{637B35BA-9DEB-40BC-AE18-7BA5241A9A56}" srcOrd="0" destOrd="0" presId="urn:microsoft.com/office/officeart/2005/8/layout/hProcess6"/>
    <dgm:cxn modelId="{448339E8-AAD9-403F-AB23-99F128B226D8}" srcId="{225353F0-968A-4EB5-9DEE-7FAED8DB84F2}" destId="{48D85B4B-6B60-4458-B8D9-875F232DFABB}" srcOrd="1" destOrd="0" parTransId="{6B70CFB5-C70A-4206-8455-4DB813F07001}" sibTransId="{A3E9F694-5A04-4780-BBCB-9B2027971C97}"/>
    <dgm:cxn modelId="{9900A9F6-2169-4500-9126-7841E46EEBD1}" type="presOf" srcId="{48D85B4B-6B60-4458-B8D9-875F232DFABB}" destId="{2E02B623-07AD-41C8-B88B-FD64B06EB34B}" srcOrd="0" destOrd="0" presId="urn:microsoft.com/office/officeart/2005/8/layout/hProcess6"/>
    <dgm:cxn modelId="{B1BEA8FC-396D-40D9-AAD7-29BA50A0D3DA}" type="presOf" srcId="{225353F0-968A-4EB5-9DEE-7FAED8DB84F2}" destId="{715426D1-C8EB-46C2-888D-09214780FA6A}" srcOrd="0" destOrd="0" presId="urn:microsoft.com/office/officeart/2005/8/layout/hProcess6"/>
    <dgm:cxn modelId="{B2A5C5FC-1F1C-4EDC-8E62-60F022029CEC}" type="presOf" srcId="{8708EC73-55B9-446B-9672-2E123F01D1EB}" destId="{A82916D4-7781-4A7A-822D-5418A20F4062}" srcOrd="0" destOrd="0" presId="urn:microsoft.com/office/officeart/2005/8/layout/hProcess6"/>
    <dgm:cxn modelId="{EF1B4383-351C-42CA-8C58-68ECF3F7F1F1}" type="presParOf" srcId="{715426D1-C8EB-46C2-888D-09214780FA6A}" destId="{D7A2106F-A042-4CE0-AB96-77F0A0A52BFD}" srcOrd="0" destOrd="0" presId="urn:microsoft.com/office/officeart/2005/8/layout/hProcess6"/>
    <dgm:cxn modelId="{D2BF2812-101A-433D-A9DD-6AB02A892BC6}" type="presParOf" srcId="{D7A2106F-A042-4CE0-AB96-77F0A0A52BFD}" destId="{A056F892-C8F6-42E1-AE9C-152E28A8676B}" srcOrd="0" destOrd="0" presId="urn:microsoft.com/office/officeart/2005/8/layout/hProcess6"/>
    <dgm:cxn modelId="{07784ECE-09CD-4A11-93BA-B87D5FF1B8F7}" type="presParOf" srcId="{D7A2106F-A042-4CE0-AB96-77F0A0A52BFD}" destId="{6C1F8C7D-C77A-4E7B-AF04-ABC996383352}" srcOrd="1" destOrd="0" presId="urn:microsoft.com/office/officeart/2005/8/layout/hProcess6"/>
    <dgm:cxn modelId="{93539CC9-C163-4E8C-BB42-078415718645}" type="presParOf" srcId="{D7A2106F-A042-4CE0-AB96-77F0A0A52BFD}" destId="{F99426F7-59CD-4356-931D-FB3C146EE52F}" srcOrd="2" destOrd="0" presId="urn:microsoft.com/office/officeart/2005/8/layout/hProcess6"/>
    <dgm:cxn modelId="{A8C9462F-F53D-427F-BFDC-636D8133C095}" type="presParOf" srcId="{D7A2106F-A042-4CE0-AB96-77F0A0A52BFD}" destId="{A82916D4-7781-4A7A-822D-5418A20F4062}" srcOrd="3" destOrd="0" presId="urn:microsoft.com/office/officeart/2005/8/layout/hProcess6"/>
    <dgm:cxn modelId="{27984008-3632-4231-A61A-67E4A8E75B8A}" type="presParOf" srcId="{715426D1-C8EB-46C2-888D-09214780FA6A}" destId="{E45BB012-5A72-4AA9-B7AC-0BB694E53E8C}" srcOrd="1" destOrd="0" presId="urn:microsoft.com/office/officeart/2005/8/layout/hProcess6"/>
    <dgm:cxn modelId="{15F19059-F44E-47DC-ADCF-3F2FCF67F215}" type="presParOf" srcId="{715426D1-C8EB-46C2-888D-09214780FA6A}" destId="{3BAB4116-4106-45C4-80AA-4AD6EBEF9691}" srcOrd="2" destOrd="0" presId="urn:microsoft.com/office/officeart/2005/8/layout/hProcess6"/>
    <dgm:cxn modelId="{A153E21C-1EA2-497D-8454-BB4FEB42D116}" type="presParOf" srcId="{3BAB4116-4106-45C4-80AA-4AD6EBEF9691}" destId="{0760DC80-1952-44C6-AED2-41E74C05EFFE}" srcOrd="0" destOrd="0" presId="urn:microsoft.com/office/officeart/2005/8/layout/hProcess6"/>
    <dgm:cxn modelId="{70723A85-8A76-43A5-914B-C57A55A2101F}" type="presParOf" srcId="{3BAB4116-4106-45C4-80AA-4AD6EBEF9691}" destId="{BE220859-A8F3-4FA6-AD93-0AC52C7C4ECA}" srcOrd="1" destOrd="0" presId="urn:microsoft.com/office/officeart/2005/8/layout/hProcess6"/>
    <dgm:cxn modelId="{DB31752D-93C2-4F38-851A-0CF1C45CEE7A}" type="presParOf" srcId="{3BAB4116-4106-45C4-80AA-4AD6EBEF9691}" destId="{2863EB23-BF65-41A8-8673-A4C7211A43B6}" srcOrd="2" destOrd="0" presId="urn:microsoft.com/office/officeart/2005/8/layout/hProcess6"/>
    <dgm:cxn modelId="{7FC5FD0C-056A-4A30-861A-2C6636EB1F9A}" type="presParOf" srcId="{3BAB4116-4106-45C4-80AA-4AD6EBEF9691}" destId="{2E02B623-07AD-41C8-B88B-FD64B06EB34B}" srcOrd="3" destOrd="0" presId="urn:microsoft.com/office/officeart/2005/8/layout/hProcess6"/>
    <dgm:cxn modelId="{65E6A77B-3501-4989-9CEE-569AE370F4AB}" type="presParOf" srcId="{715426D1-C8EB-46C2-888D-09214780FA6A}" destId="{9C2F3B7D-2EDA-4335-83D1-912B76AC998F}" srcOrd="3" destOrd="0" presId="urn:microsoft.com/office/officeart/2005/8/layout/hProcess6"/>
    <dgm:cxn modelId="{3AE4ED4B-D19D-4FAA-976A-6B354F7DD5A4}" type="presParOf" srcId="{715426D1-C8EB-46C2-888D-09214780FA6A}" destId="{C0FE27C7-20A8-454B-9442-C57828B65D97}" srcOrd="4" destOrd="0" presId="urn:microsoft.com/office/officeart/2005/8/layout/hProcess6"/>
    <dgm:cxn modelId="{B4009D42-339D-49AB-B172-C054075D578A}" type="presParOf" srcId="{C0FE27C7-20A8-454B-9442-C57828B65D97}" destId="{B36FBC7F-8266-4D3D-B4E0-28271031C06B}" srcOrd="0" destOrd="0" presId="urn:microsoft.com/office/officeart/2005/8/layout/hProcess6"/>
    <dgm:cxn modelId="{EF4C2B98-D483-4735-A46E-D77EB301C465}" type="presParOf" srcId="{C0FE27C7-20A8-454B-9442-C57828B65D97}" destId="{8A050BBE-3457-4C81-8EC6-0AE50B818474}" srcOrd="1" destOrd="0" presId="urn:microsoft.com/office/officeart/2005/8/layout/hProcess6"/>
    <dgm:cxn modelId="{E6007DA9-9DEE-481F-8C14-B4BF1E8E362A}" type="presParOf" srcId="{C0FE27C7-20A8-454B-9442-C57828B65D97}" destId="{FCE61540-2482-4D86-85D5-506FD379C1F4}" srcOrd="2" destOrd="0" presId="urn:microsoft.com/office/officeart/2005/8/layout/hProcess6"/>
    <dgm:cxn modelId="{51F2198D-6ACC-4A2E-A2A0-E04952A3D1B4}" type="presParOf" srcId="{C0FE27C7-20A8-454B-9442-C57828B65D97}" destId="{637B35BA-9DEB-40BC-AE18-7BA5241A9A5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5353F0-968A-4EB5-9DEE-7FAED8DB84F2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708EC73-55B9-446B-9672-2E123F01D1EB}">
      <dgm:prSet phldrT="[文本]"/>
      <dgm:spPr/>
      <dgm:t>
        <a:bodyPr/>
        <a:lstStyle/>
        <a:p>
          <a:r>
            <a:rPr lang="zh-CN" altLang="en-US" dirty="0"/>
            <a:t>表单布局</a:t>
          </a:r>
        </a:p>
      </dgm:t>
    </dgm:pt>
    <dgm:pt modelId="{B7460D8D-CB30-4B35-B01F-0C291BAB818B}" type="parTrans" cxnId="{28E1F54E-605B-4112-859A-47FF852DB539}">
      <dgm:prSet/>
      <dgm:spPr/>
      <dgm:t>
        <a:bodyPr/>
        <a:lstStyle/>
        <a:p>
          <a:endParaRPr lang="zh-CN" altLang="en-US"/>
        </a:p>
      </dgm:t>
    </dgm:pt>
    <dgm:pt modelId="{1EC41CEB-0F5E-4778-915F-C82E90CEB1F3}" type="sibTrans" cxnId="{28E1F54E-605B-4112-859A-47FF852DB539}">
      <dgm:prSet/>
      <dgm:spPr/>
      <dgm:t>
        <a:bodyPr/>
        <a:lstStyle/>
        <a:p>
          <a:endParaRPr lang="zh-CN" altLang="en-US"/>
        </a:p>
      </dgm:t>
    </dgm:pt>
    <dgm:pt modelId="{48D85B4B-6B60-4458-B8D9-875F232DFABB}">
      <dgm:prSet phldrT="[文本]"/>
      <dgm:spPr/>
      <dgm:t>
        <a:bodyPr/>
        <a:lstStyle/>
        <a:p>
          <a:r>
            <a:rPr lang="zh-CN" altLang="en-US" dirty="0"/>
            <a:t>栅格布局</a:t>
          </a:r>
        </a:p>
      </dgm:t>
    </dgm:pt>
    <dgm:pt modelId="{6B70CFB5-C70A-4206-8455-4DB813F07001}" type="parTrans" cxnId="{448339E8-AAD9-403F-AB23-99F128B226D8}">
      <dgm:prSet/>
      <dgm:spPr/>
      <dgm:t>
        <a:bodyPr/>
        <a:lstStyle/>
        <a:p>
          <a:endParaRPr lang="zh-CN" altLang="en-US"/>
        </a:p>
      </dgm:t>
    </dgm:pt>
    <dgm:pt modelId="{A3E9F694-5A04-4780-BBCB-9B2027971C97}" type="sibTrans" cxnId="{448339E8-AAD9-403F-AB23-99F128B226D8}">
      <dgm:prSet/>
      <dgm:spPr/>
      <dgm:t>
        <a:bodyPr/>
        <a:lstStyle/>
        <a:p>
          <a:endParaRPr lang="zh-CN" altLang="en-US"/>
        </a:p>
      </dgm:t>
    </dgm:pt>
    <dgm:pt modelId="{D412AF4C-9D5B-4ED8-B08E-21A2C10E9634}">
      <dgm:prSet phldrT="[文本]"/>
      <dgm:spPr/>
      <dgm:t>
        <a:bodyPr/>
        <a:lstStyle/>
        <a:p>
          <a:r>
            <a:rPr lang="zh-CN" altLang="en-US" dirty="0"/>
            <a:t>控件拖动</a:t>
          </a:r>
        </a:p>
      </dgm:t>
    </dgm:pt>
    <dgm:pt modelId="{AF38BC8C-167B-4594-80EF-A7D6545993D3}" type="parTrans" cxnId="{BB090186-B981-4826-840F-299946CB9AF1}">
      <dgm:prSet/>
      <dgm:spPr/>
      <dgm:t>
        <a:bodyPr/>
        <a:lstStyle/>
        <a:p>
          <a:endParaRPr lang="zh-CN" altLang="en-US"/>
        </a:p>
      </dgm:t>
    </dgm:pt>
    <dgm:pt modelId="{E5D1CA40-8808-4FB7-9C6B-66BE7B130AB9}" type="sibTrans" cxnId="{BB090186-B981-4826-840F-299946CB9AF1}">
      <dgm:prSet/>
      <dgm:spPr/>
      <dgm:t>
        <a:bodyPr/>
        <a:lstStyle/>
        <a:p>
          <a:endParaRPr lang="zh-CN" altLang="en-US"/>
        </a:p>
      </dgm:t>
    </dgm:pt>
    <dgm:pt modelId="{715426D1-C8EB-46C2-888D-09214780FA6A}" type="pres">
      <dgm:prSet presAssocID="{225353F0-968A-4EB5-9DEE-7FAED8DB84F2}" presName="theList" presStyleCnt="0">
        <dgm:presLayoutVars>
          <dgm:dir/>
          <dgm:animLvl val="lvl"/>
          <dgm:resizeHandles val="exact"/>
        </dgm:presLayoutVars>
      </dgm:prSet>
      <dgm:spPr/>
    </dgm:pt>
    <dgm:pt modelId="{D7A2106F-A042-4CE0-AB96-77F0A0A52BFD}" type="pres">
      <dgm:prSet presAssocID="{8708EC73-55B9-446B-9672-2E123F01D1EB}" presName="compNode" presStyleCnt="0"/>
      <dgm:spPr/>
    </dgm:pt>
    <dgm:pt modelId="{A056F892-C8F6-42E1-AE9C-152E28A8676B}" type="pres">
      <dgm:prSet presAssocID="{8708EC73-55B9-446B-9672-2E123F01D1EB}" presName="noGeometry" presStyleCnt="0"/>
      <dgm:spPr/>
    </dgm:pt>
    <dgm:pt modelId="{6C1F8C7D-C77A-4E7B-AF04-ABC996383352}" type="pres">
      <dgm:prSet presAssocID="{8708EC73-55B9-446B-9672-2E123F01D1EB}" presName="childTextVisible" presStyleLbl="bgAccFollowNode1" presStyleIdx="0" presStyleCnt="3">
        <dgm:presLayoutVars>
          <dgm:bulletEnabled val="1"/>
        </dgm:presLayoutVars>
      </dgm:prSet>
      <dgm:spPr/>
    </dgm:pt>
    <dgm:pt modelId="{F99426F7-59CD-4356-931D-FB3C146EE52F}" type="pres">
      <dgm:prSet presAssocID="{8708EC73-55B9-446B-9672-2E123F01D1EB}" presName="childTextHidden" presStyleLbl="bgAccFollowNode1" presStyleIdx="0" presStyleCnt="3"/>
      <dgm:spPr/>
    </dgm:pt>
    <dgm:pt modelId="{A82916D4-7781-4A7A-822D-5418A20F4062}" type="pres">
      <dgm:prSet presAssocID="{8708EC73-55B9-446B-9672-2E123F01D1E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45BB012-5A72-4AA9-B7AC-0BB694E53E8C}" type="pres">
      <dgm:prSet presAssocID="{8708EC73-55B9-446B-9672-2E123F01D1EB}" presName="aSpace" presStyleCnt="0"/>
      <dgm:spPr/>
    </dgm:pt>
    <dgm:pt modelId="{3BAB4116-4106-45C4-80AA-4AD6EBEF9691}" type="pres">
      <dgm:prSet presAssocID="{48D85B4B-6B60-4458-B8D9-875F232DFABB}" presName="compNode" presStyleCnt="0"/>
      <dgm:spPr/>
    </dgm:pt>
    <dgm:pt modelId="{0760DC80-1952-44C6-AED2-41E74C05EFFE}" type="pres">
      <dgm:prSet presAssocID="{48D85B4B-6B60-4458-B8D9-875F232DFABB}" presName="noGeometry" presStyleCnt="0"/>
      <dgm:spPr/>
    </dgm:pt>
    <dgm:pt modelId="{BE220859-A8F3-4FA6-AD93-0AC52C7C4ECA}" type="pres">
      <dgm:prSet presAssocID="{48D85B4B-6B60-4458-B8D9-875F232DFABB}" presName="childTextVisible" presStyleLbl="bgAccFollowNode1" presStyleIdx="1" presStyleCnt="3">
        <dgm:presLayoutVars>
          <dgm:bulletEnabled val="1"/>
        </dgm:presLayoutVars>
      </dgm:prSet>
      <dgm:spPr/>
    </dgm:pt>
    <dgm:pt modelId="{2863EB23-BF65-41A8-8673-A4C7211A43B6}" type="pres">
      <dgm:prSet presAssocID="{48D85B4B-6B60-4458-B8D9-875F232DFABB}" presName="childTextHidden" presStyleLbl="bgAccFollowNode1" presStyleIdx="1" presStyleCnt="3"/>
      <dgm:spPr/>
    </dgm:pt>
    <dgm:pt modelId="{2E02B623-07AD-41C8-B88B-FD64B06EB34B}" type="pres">
      <dgm:prSet presAssocID="{48D85B4B-6B60-4458-B8D9-875F232DFAB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C2F3B7D-2EDA-4335-83D1-912B76AC998F}" type="pres">
      <dgm:prSet presAssocID="{48D85B4B-6B60-4458-B8D9-875F232DFABB}" presName="aSpace" presStyleCnt="0"/>
      <dgm:spPr/>
    </dgm:pt>
    <dgm:pt modelId="{C0FE27C7-20A8-454B-9442-C57828B65D97}" type="pres">
      <dgm:prSet presAssocID="{D412AF4C-9D5B-4ED8-B08E-21A2C10E9634}" presName="compNode" presStyleCnt="0"/>
      <dgm:spPr/>
    </dgm:pt>
    <dgm:pt modelId="{B36FBC7F-8266-4D3D-B4E0-28271031C06B}" type="pres">
      <dgm:prSet presAssocID="{D412AF4C-9D5B-4ED8-B08E-21A2C10E9634}" presName="noGeometry" presStyleCnt="0"/>
      <dgm:spPr/>
    </dgm:pt>
    <dgm:pt modelId="{8A050BBE-3457-4C81-8EC6-0AE50B818474}" type="pres">
      <dgm:prSet presAssocID="{D412AF4C-9D5B-4ED8-B08E-21A2C10E9634}" presName="childTextVisible" presStyleLbl="bgAccFollowNode1" presStyleIdx="2" presStyleCnt="3">
        <dgm:presLayoutVars>
          <dgm:bulletEnabled val="1"/>
        </dgm:presLayoutVars>
      </dgm:prSet>
      <dgm:spPr/>
    </dgm:pt>
    <dgm:pt modelId="{FCE61540-2482-4D86-85D5-506FD379C1F4}" type="pres">
      <dgm:prSet presAssocID="{D412AF4C-9D5B-4ED8-B08E-21A2C10E9634}" presName="childTextHidden" presStyleLbl="bgAccFollowNode1" presStyleIdx="2" presStyleCnt="3"/>
      <dgm:spPr/>
    </dgm:pt>
    <dgm:pt modelId="{637B35BA-9DEB-40BC-AE18-7BA5241A9A56}" type="pres">
      <dgm:prSet presAssocID="{D412AF4C-9D5B-4ED8-B08E-21A2C10E9634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28E1F54E-605B-4112-859A-47FF852DB539}" srcId="{225353F0-968A-4EB5-9DEE-7FAED8DB84F2}" destId="{8708EC73-55B9-446B-9672-2E123F01D1EB}" srcOrd="0" destOrd="0" parTransId="{B7460D8D-CB30-4B35-B01F-0C291BAB818B}" sibTransId="{1EC41CEB-0F5E-4778-915F-C82E90CEB1F3}"/>
    <dgm:cxn modelId="{BB090186-B981-4826-840F-299946CB9AF1}" srcId="{225353F0-968A-4EB5-9DEE-7FAED8DB84F2}" destId="{D412AF4C-9D5B-4ED8-B08E-21A2C10E9634}" srcOrd="2" destOrd="0" parTransId="{AF38BC8C-167B-4594-80EF-A7D6545993D3}" sibTransId="{E5D1CA40-8808-4FB7-9C6B-66BE7B130AB9}"/>
    <dgm:cxn modelId="{6A66A3B1-AF45-4503-9FE0-BC164FB3DB86}" type="presOf" srcId="{D412AF4C-9D5B-4ED8-B08E-21A2C10E9634}" destId="{637B35BA-9DEB-40BC-AE18-7BA5241A9A56}" srcOrd="0" destOrd="0" presId="urn:microsoft.com/office/officeart/2005/8/layout/hProcess6"/>
    <dgm:cxn modelId="{448339E8-AAD9-403F-AB23-99F128B226D8}" srcId="{225353F0-968A-4EB5-9DEE-7FAED8DB84F2}" destId="{48D85B4B-6B60-4458-B8D9-875F232DFABB}" srcOrd="1" destOrd="0" parTransId="{6B70CFB5-C70A-4206-8455-4DB813F07001}" sibTransId="{A3E9F694-5A04-4780-BBCB-9B2027971C97}"/>
    <dgm:cxn modelId="{9900A9F6-2169-4500-9126-7841E46EEBD1}" type="presOf" srcId="{48D85B4B-6B60-4458-B8D9-875F232DFABB}" destId="{2E02B623-07AD-41C8-B88B-FD64B06EB34B}" srcOrd="0" destOrd="0" presId="urn:microsoft.com/office/officeart/2005/8/layout/hProcess6"/>
    <dgm:cxn modelId="{B1BEA8FC-396D-40D9-AAD7-29BA50A0D3DA}" type="presOf" srcId="{225353F0-968A-4EB5-9DEE-7FAED8DB84F2}" destId="{715426D1-C8EB-46C2-888D-09214780FA6A}" srcOrd="0" destOrd="0" presId="urn:microsoft.com/office/officeart/2005/8/layout/hProcess6"/>
    <dgm:cxn modelId="{B2A5C5FC-1F1C-4EDC-8E62-60F022029CEC}" type="presOf" srcId="{8708EC73-55B9-446B-9672-2E123F01D1EB}" destId="{A82916D4-7781-4A7A-822D-5418A20F4062}" srcOrd="0" destOrd="0" presId="urn:microsoft.com/office/officeart/2005/8/layout/hProcess6"/>
    <dgm:cxn modelId="{EF1B4383-351C-42CA-8C58-68ECF3F7F1F1}" type="presParOf" srcId="{715426D1-C8EB-46C2-888D-09214780FA6A}" destId="{D7A2106F-A042-4CE0-AB96-77F0A0A52BFD}" srcOrd="0" destOrd="0" presId="urn:microsoft.com/office/officeart/2005/8/layout/hProcess6"/>
    <dgm:cxn modelId="{D2BF2812-101A-433D-A9DD-6AB02A892BC6}" type="presParOf" srcId="{D7A2106F-A042-4CE0-AB96-77F0A0A52BFD}" destId="{A056F892-C8F6-42E1-AE9C-152E28A8676B}" srcOrd="0" destOrd="0" presId="urn:microsoft.com/office/officeart/2005/8/layout/hProcess6"/>
    <dgm:cxn modelId="{07784ECE-09CD-4A11-93BA-B87D5FF1B8F7}" type="presParOf" srcId="{D7A2106F-A042-4CE0-AB96-77F0A0A52BFD}" destId="{6C1F8C7D-C77A-4E7B-AF04-ABC996383352}" srcOrd="1" destOrd="0" presId="urn:microsoft.com/office/officeart/2005/8/layout/hProcess6"/>
    <dgm:cxn modelId="{93539CC9-C163-4E8C-BB42-078415718645}" type="presParOf" srcId="{D7A2106F-A042-4CE0-AB96-77F0A0A52BFD}" destId="{F99426F7-59CD-4356-931D-FB3C146EE52F}" srcOrd="2" destOrd="0" presId="urn:microsoft.com/office/officeart/2005/8/layout/hProcess6"/>
    <dgm:cxn modelId="{A8C9462F-F53D-427F-BFDC-636D8133C095}" type="presParOf" srcId="{D7A2106F-A042-4CE0-AB96-77F0A0A52BFD}" destId="{A82916D4-7781-4A7A-822D-5418A20F4062}" srcOrd="3" destOrd="0" presId="urn:microsoft.com/office/officeart/2005/8/layout/hProcess6"/>
    <dgm:cxn modelId="{27984008-3632-4231-A61A-67E4A8E75B8A}" type="presParOf" srcId="{715426D1-C8EB-46C2-888D-09214780FA6A}" destId="{E45BB012-5A72-4AA9-B7AC-0BB694E53E8C}" srcOrd="1" destOrd="0" presId="urn:microsoft.com/office/officeart/2005/8/layout/hProcess6"/>
    <dgm:cxn modelId="{15F19059-F44E-47DC-ADCF-3F2FCF67F215}" type="presParOf" srcId="{715426D1-C8EB-46C2-888D-09214780FA6A}" destId="{3BAB4116-4106-45C4-80AA-4AD6EBEF9691}" srcOrd="2" destOrd="0" presId="urn:microsoft.com/office/officeart/2005/8/layout/hProcess6"/>
    <dgm:cxn modelId="{A153E21C-1EA2-497D-8454-BB4FEB42D116}" type="presParOf" srcId="{3BAB4116-4106-45C4-80AA-4AD6EBEF9691}" destId="{0760DC80-1952-44C6-AED2-41E74C05EFFE}" srcOrd="0" destOrd="0" presId="urn:microsoft.com/office/officeart/2005/8/layout/hProcess6"/>
    <dgm:cxn modelId="{70723A85-8A76-43A5-914B-C57A55A2101F}" type="presParOf" srcId="{3BAB4116-4106-45C4-80AA-4AD6EBEF9691}" destId="{BE220859-A8F3-4FA6-AD93-0AC52C7C4ECA}" srcOrd="1" destOrd="0" presId="urn:microsoft.com/office/officeart/2005/8/layout/hProcess6"/>
    <dgm:cxn modelId="{DB31752D-93C2-4F38-851A-0CF1C45CEE7A}" type="presParOf" srcId="{3BAB4116-4106-45C4-80AA-4AD6EBEF9691}" destId="{2863EB23-BF65-41A8-8673-A4C7211A43B6}" srcOrd="2" destOrd="0" presId="urn:microsoft.com/office/officeart/2005/8/layout/hProcess6"/>
    <dgm:cxn modelId="{7FC5FD0C-056A-4A30-861A-2C6636EB1F9A}" type="presParOf" srcId="{3BAB4116-4106-45C4-80AA-4AD6EBEF9691}" destId="{2E02B623-07AD-41C8-B88B-FD64B06EB34B}" srcOrd="3" destOrd="0" presId="urn:microsoft.com/office/officeart/2005/8/layout/hProcess6"/>
    <dgm:cxn modelId="{65E6A77B-3501-4989-9CEE-569AE370F4AB}" type="presParOf" srcId="{715426D1-C8EB-46C2-888D-09214780FA6A}" destId="{9C2F3B7D-2EDA-4335-83D1-912B76AC998F}" srcOrd="3" destOrd="0" presId="urn:microsoft.com/office/officeart/2005/8/layout/hProcess6"/>
    <dgm:cxn modelId="{3AE4ED4B-D19D-4FAA-976A-6B354F7DD5A4}" type="presParOf" srcId="{715426D1-C8EB-46C2-888D-09214780FA6A}" destId="{C0FE27C7-20A8-454B-9442-C57828B65D97}" srcOrd="4" destOrd="0" presId="urn:microsoft.com/office/officeart/2005/8/layout/hProcess6"/>
    <dgm:cxn modelId="{B4009D42-339D-49AB-B172-C054075D578A}" type="presParOf" srcId="{C0FE27C7-20A8-454B-9442-C57828B65D97}" destId="{B36FBC7F-8266-4D3D-B4E0-28271031C06B}" srcOrd="0" destOrd="0" presId="urn:microsoft.com/office/officeart/2005/8/layout/hProcess6"/>
    <dgm:cxn modelId="{EF4C2B98-D483-4735-A46E-D77EB301C465}" type="presParOf" srcId="{C0FE27C7-20A8-454B-9442-C57828B65D97}" destId="{8A050BBE-3457-4C81-8EC6-0AE50B818474}" srcOrd="1" destOrd="0" presId="urn:microsoft.com/office/officeart/2005/8/layout/hProcess6"/>
    <dgm:cxn modelId="{E6007DA9-9DEE-481F-8C14-B4BF1E8E362A}" type="presParOf" srcId="{C0FE27C7-20A8-454B-9442-C57828B65D97}" destId="{FCE61540-2482-4D86-85D5-506FD379C1F4}" srcOrd="2" destOrd="0" presId="urn:microsoft.com/office/officeart/2005/8/layout/hProcess6"/>
    <dgm:cxn modelId="{51F2198D-6ACC-4A2E-A2A0-E04952A3D1B4}" type="presParOf" srcId="{C0FE27C7-20A8-454B-9442-C57828B65D97}" destId="{637B35BA-9DEB-40BC-AE18-7BA5241A9A56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F8C7D-C77A-4E7B-AF04-ABC996383352}">
      <dsp:nvSpPr>
        <dsp:cNvPr id="0" name=""/>
        <dsp:cNvSpPr/>
      </dsp:nvSpPr>
      <dsp:spPr>
        <a:xfrm>
          <a:off x="395882" y="1070043"/>
          <a:ext cx="1571625" cy="13737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916D4-7781-4A7A-822D-5418A20F4062}">
      <dsp:nvSpPr>
        <dsp:cNvPr id="0" name=""/>
        <dsp:cNvSpPr/>
      </dsp:nvSpPr>
      <dsp:spPr>
        <a:xfrm>
          <a:off x="2976" y="1364036"/>
          <a:ext cx="785812" cy="785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绝对布局</a:t>
          </a:r>
        </a:p>
      </dsp:txBody>
      <dsp:txXfrm>
        <a:off x="118056" y="1479116"/>
        <a:ext cx="555652" cy="555652"/>
      </dsp:txXfrm>
    </dsp:sp>
    <dsp:sp modelId="{BE220859-A8F3-4FA6-AD93-0AC52C7C4ECA}">
      <dsp:nvSpPr>
        <dsp:cNvPr id="0" name=""/>
        <dsp:cNvSpPr/>
      </dsp:nvSpPr>
      <dsp:spPr>
        <a:xfrm>
          <a:off x="2458640" y="1070043"/>
          <a:ext cx="1571625" cy="13737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2B623-07AD-41C8-B88B-FD64B06EB34B}">
      <dsp:nvSpPr>
        <dsp:cNvPr id="0" name=""/>
        <dsp:cNvSpPr/>
      </dsp:nvSpPr>
      <dsp:spPr>
        <a:xfrm>
          <a:off x="2065734" y="1364036"/>
          <a:ext cx="785812" cy="785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水平布局</a:t>
          </a:r>
        </a:p>
      </dsp:txBody>
      <dsp:txXfrm>
        <a:off x="2180814" y="1479116"/>
        <a:ext cx="555652" cy="555652"/>
      </dsp:txXfrm>
    </dsp:sp>
    <dsp:sp modelId="{8A050BBE-3457-4C81-8EC6-0AE50B818474}">
      <dsp:nvSpPr>
        <dsp:cNvPr id="0" name=""/>
        <dsp:cNvSpPr/>
      </dsp:nvSpPr>
      <dsp:spPr>
        <a:xfrm>
          <a:off x="4521398" y="1070043"/>
          <a:ext cx="1571625" cy="13737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7B35BA-9DEB-40BC-AE18-7BA5241A9A56}">
      <dsp:nvSpPr>
        <dsp:cNvPr id="0" name=""/>
        <dsp:cNvSpPr/>
      </dsp:nvSpPr>
      <dsp:spPr>
        <a:xfrm>
          <a:off x="4128492" y="1364036"/>
          <a:ext cx="785812" cy="785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垂直布局</a:t>
          </a:r>
        </a:p>
      </dsp:txBody>
      <dsp:txXfrm>
        <a:off x="4243572" y="1479116"/>
        <a:ext cx="555652" cy="5556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F8C7D-C77A-4E7B-AF04-ABC996383352}">
      <dsp:nvSpPr>
        <dsp:cNvPr id="0" name=""/>
        <dsp:cNvSpPr/>
      </dsp:nvSpPr>
      <dsp:spPr>
        <a:xfrm>
          <a:off x="395882" y="1070043"/>
          <a:ext cx="1571625" cy="13737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916D4-7781-4A7A-822D-5418A20F4062}">
      <dsp:nvSpPr>
        <dsp:cNvPr id="0" name=""/>
        <dsp:cNvSpPr/>
      </dsp:nvSpPr>
      <dsp:spPr>
        <a:xfrm>
          <a:off x="2976" y="1364036"/>
          <a:ext cx="785812" cy="785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表单布局</a:t>
          </a:r>
        </a:p>
      </dsp:txBody>
      <dsp:txXfrm>
        <a:off x="118056" y="1479116"/>
        <a:ext cx="555652" cy="555652"/>
      </dsp:txXfrm>
    </dsp:sp>
    <dsp:sp modelId="{BE220859-A8F3-4FA6-AD93-0AC52C7C4ECA}">
      <dsp:nvSpPr>
        <dsp:cNvPr id="0" name=""/>
        <dsp:cNvSpPr/>
      </dsp:nvSpPr>
      <dsp:spPr>
        <a:xfrm>
          <a:off x="2458640" y="1070043"/>
          <a:ext cx="1571625" cy="13737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2B623-07AD-41C8-B88B-FD64B06EB34B}">
      <dsp:nvSpPr>
        <dsp:cNvPr id="0" name=""/>
        <dsp:cNvSpPr/>
      </dsp:nvSpPr>
      <dsp:spPr>
        <a:xfrm>
          <a:off x="2065734" y="1364036"/>
          <a:ext cx="785812" cy="785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栅格布局</a:t>
          </a:r>
        </a:p>
      </dsp:txBody>
      <dsp:txXfrm>
        <a:off x="2180814" y="1479116"/>
        <a:ext cx="555652" cy="555652"/>
      </dsp:txXfrm>
    </dsp:sp>
    <dsp:sp modelId="{8A050BBE-3457-4C81-8EC6-0AE50B818474}">
      <dsp:nvSpPr>
        <dsp:cNvPr id="0" name=""/>
        <dsp:cNvSpPr/>
      </dsp:nvSpPr>
      <dsp:spPr>
        <a:xfrm>
          <a:off x="4521398" y="1070043"/>
          <a:ext cx="1571625" cy="1373798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7B35BA-9DEB-40BC-AE18-7BA5241A9A56}">
      <dsp:nvSpPr>
        <dsp:cNvPr id="0" name=""/>
        <dsp:cNvSpPr/>
      </dsp:nvSpPr>
      <dsp:spPr>
        <a:xfrm>
          <a:off x="4128492" y="1364036"/>
          <a:ext cx="785812" cy="785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控件拖动</a:t>
          </a:r>
        </a:p>
      </dsp:txBody>
      <dsp:txXfrm>
        <a:off x="4243572" y="1479116"/>
        <a:ext cx="555652" cy="5556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0CAC3-3B4D-4075-9CE3-7054A744A6C7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EE60D-B901-43F5-805F-416E77476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49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左：</a:t>
            </a:r>
            <a:r>
              <a:rPr lang="en-US" altLang="zh-CN" dirty="0" err="1"/>
              <a:t>QMainWindow</a:t>
            </a:r>
            <a:r>
              <a:rPr lang="en-US" altLang="zh-CN" dirty="0"/>
              <a:t>—</a:t>
            </a:r>
            <a:r>
              <a:rPr lang="zh-CN" altLang="zh-CN" sz="1800" b="1" dirty="0"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包含菜单栏、工具栏、状态栏和标题栏等</a:t>
            </a:r>
            <a:endParaRPr lang="en-US" altLang="zh-CN" sz="1800" b="1" dirty="0"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右：</a:t>
            </a:r>
            <a:r>
              <a:rPr lang="en-US" altLang="zh-CN" dirty="0" err="1"/>
              <a:t>Qwidge</a:t>
            </a:r>
            <a:r>
              <a:rPr lang="en-US" altLang="zh-CN" dirty="0"/>
              <a:t>—</a:t>
            </a:r>
            <a:r>
              <a:rPr lang="zh-CN" altLang="en-US" dirty="0"/>
              <a:t>不包含</a:t>
            </a:r>
            <a:r>
              <a:rPr lang="zh-CN" altLang="zh-CN" sz="1200" b="1" dirty="0"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菜单栏、工具栏、状态栏和标题栏等</a:t>
            </a:r>
            <a:r>
              <a:rPr lang="zh-CN" altLang="en-US" sz="1200" b="1" dirty="0"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，</a:t>
            </a:r>
            <a:r>
              <a:rPr lang="zh-CN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可以用作嵌入其他窗口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。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建议：均使用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Qwidge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。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1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、统一规范</a:t>
            </a: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包括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pydesigner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创建</a:t>
            </a: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)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；</a:t>
            </a:r>
            <a:endParaRPr lang="en-US" altLang="zh-CN" sz="1800" b="1" dirty="0">
              <a:solidFill>
                <a:srgbClr val="000000"/>
              </a:solidFill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2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、方便后期工具整合为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QMainWindow</a:t>
            </a:r>
            <a:r>
              <a:rPr lang="zh-CN" altLang="en-US" sz="18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。</a:t>
            </a:r>
            <a:endParaRPr lang="en-US" altLang="zh-CN" sz="1200" b="1" dirty="0">
              <a:effectLst/>
              <a:highlight>
                <a:srgbClr val="FFFF00"/>
              </a:highlight>
              <a:ea typeface="Microsoft YaHei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935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功能：</a:t>
            </a:r>
            <a:r>
              <a:rPr lang="zh-CN" altLang="zh-CN" sz="1800" dirty="0">
                <a:solidFill>
                  <a:srgbClr val="333333"/>
                </a:solidFill>
                <a:effectLst/>
                <a:ea typeface="-apple-system"/>
              </a:rPr>
              <a:t>用于显示文本信息</a:t>
            </a:r>
            <a:endParaRPr lang="en-US" altLang="zh-CN" sz="1800" dirty="0">
              <a:solidFill>
                <a:srgbClr val="333333"/>
              </a:solidFill>
              <a:effectLst/>
              <a:ea typeface="-apple-system"/>
            </a:endParaRPr>
          </a:p>
          <a:p>
            <a:r>
              <a:rPr lang="zh-CN" altLang="en-US" sz="1800" dirty="0">
                <a:solidFill>
                  <a:srgbClr val="333333"/>
                </a:solidFill>
                <a:effectLst/>
              </a:rPr>
              <a:t>方法：</a:t>
            </a:r>
            <a:endParaRPr lang="en-US" altLang="zh-CN" sz="1800" dirty="0">
              <a:solidFill>
                <a:srgbClr val="333333"/>
              </a:solidFill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117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solidFill>
                  <a:srgbClr val="222222"/>
                </a:solidFill>
                <a:effectLst/>
                <a:ea typeface="Microsoft YaHei" panose="020B0503020204020204" pitchFamily="34" charset="-122"/>
              </a:rPr>
              <a:t>按照从左到右的顺序来添加控件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015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088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53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dirty="0">
                <a:solidFill>
                  <a:srgbClr val="222222"/>
                </a:solidFill>
                <a:effectLst/>
                <a:ea typeface="tahoma" panose="020B0604030504040204" pitchFamily="34" charset="0"/>
              </a:rPr>
              <a:t>QFormLayout</a:t>
            </a:r>
            <a:r>
              <a:rPr lang="zh-CN" altLang="zh-CN" sz="1800" dirty="0">
                <a:solidFill>
                  <a:srgbClr val="222222"/>
                </a:solidFill>
                <a:effectLst/>
                <a:ea typeface="Microsoft YaHei" panose="020B0503020204020204" pitchFamily="34" charset="-122"/>
              </a:rPr>
              <a:t>是</a:t>
            </a:r>
            <a:r>
              <a:rPr lang="zh-CN" altLang="zh-CN" sz="1800" dirty="0">
                <a:solidFill>
                  <a:srgbClr val="222222"/>
                </a:solidFill>
                <a:effectLst/>
                <a:ea typeface="tahoma" panose="020B0604030504040204" pitchFamily="34" charset="0"/>
              </a:rPr>
              <a:t>label-field</a:t>
            </a:r>
            <a:r>
              <a:rPr lang="zh-CN" altLang="zh-CN" sz="1800" dirty="0">
                <a:solidFill>
                  <a:srgbClr val="222222"/>
                </a:solidFill>
                <a:effectLst/>
                <a:ea typeface="Microsoft YaHei" panose="020B0503020204020204" pitchFamily="34" charset="-122"/>
              </a:rPr>
              <a:t>式的</a:t>
            </a:r>
            <a:r>
              <a:rPr lang="zh-CN" altLang="zh-CN" sz="1800" b="1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表单布局</a:t>
            </a:r>
            <a:r>
              <a:rPr lang="zh-CN" altLang="zh-CN" sz="1800" dirty="0">
                <a:solidFill>
                  <a:srgbClr val="222222"/>
                </a:solidFill>
                <a:effectLst/>
                <a:ea typeface="Microsoft YaHei" panose="020B0503020204020204" pitchFamily="34" charset="-122"/>
              </a:rPr>
              <a:t>，顾明思议，就是实现表单方式的布局，表单是提示用户进行交互的一种模式，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主要有两列组成，第一列用于显示信息，给用户提示，一般叫做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tahoma" panose="020B0604030504040204" pitchFamily="34" charset="0"/>
              </a:rPr>
              <a:t>label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域，第二列需要用户进行选择或输入，一般叫做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tahoma" panose="020B0604030504040204" pitchFamily="34" charset="0"/>
              </a:rPr>
              <a:t>field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域，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tahoma" panose="020B0604030504040204" pitchFamily="34" charset="0"/>
              </a:rPr>
              <a:t>label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与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tahoma" panose="020B0604030504040204" pitchFamily="34" charset="0"/>
              </a:rPr>
              <a:t>field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的关系就是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tahoma" panose="020B0604030504040204" pitchFamily="34" charset="0"/>
              </a:rPr>
              <a:t>label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Microsoft YaHei" panose="020B0503020204020204" pitchFamily="34" charset="-122"/>
              </a:rPr>
              <a:t>关联</a:t>
            </a:r>
            <a:r>
              <a:rPr lang="zh-CN" altLang="zh-CN" sz="1800" dirty="0">
                <a:solidFill>
                  <a:srgbClr val="222222"/>
                </a:solidFill>
                <a:effectLst/>
                <a:highlight>
                  <a:srgbClr val="FFFF00"/>
                </a:highlight>
                <a:ea typeface="tahoma" panose="020B0604030504040204" pitchFamily="34" charset="0"/>
              </a:rPr>
              <a:t>field</a:t>
            </a:r>
            <a:endParaRPr lang="zh-CN" altLang="zh-CN" sz="1800" dirty="0">
              <a:solidFill>
                <a:srgbClr val="222222"/>
              </a:solidFill>
              <a:effectLst/>
              <a:ea typeface="Calibri" panose="020F050202020403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469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EE60D-B901-43F5-805F-416E7747643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073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614B6-F684-4BD7-A89E-712FDCC11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8006D4-CB06-4ECA-9127-9740B3A6F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FEAF4-C489-4821-892C-9CAF11E2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67FE8-EDA2-4F0C-80EA-F0F836FD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1FAEAF-4E64-4CB8-B972-7C9E0CA2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31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2A377-808A-4045-AA2B-A2F130BB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AB878E-C6E2-4366-917E-94F0271CA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24A12E-0B73-49F8-87A0-C3909E8C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B568D9-98A3-46B3-9A9C-EAC609E7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2228E7-523B-4A3F-95B1-CC0D240BE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4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0CAEF1-56F6-4B40-9D75-E7543AC4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ECC9F6-8D61-44D0-A294-B8680B7ED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2ADDB-13AA-4FFF-8888-755E73B3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00F35-FC0F-40B4-A8B9-526A9385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36FD9-5592-4D54-8D14-0AF06C08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64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E0E4E-6517-46D2-B0A5-63A094B7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2BF8A-29E3-4D31-8F47-A8983BFA5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7BBE11-386A-4476-9721-2DBB8BD5C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9D3692-810F-45B4-BDE5-19A9B1A89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69A9A5-D2AA-4D33-BD8E-D3A9795B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5230CD-30A6-447D-9EF9-D1D5A641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57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1EFA2-EF8D-45E6-A2CA-E0EC8E81E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07B95-3A2F-4E73-A98A-88B35702E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4F1B1D-43A6-44E7-B295-4A0C36ED8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FEB9CD-1FEF-4571-A06E-664C42E5F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85E8D8-4FA3-43C9-9B59-7DF29B7DC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C1E6CDF-B169-4284-9090-7FB102DE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FB0C77-6FEF-47E8-86D6-46A1B1F2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1D1462-87AA-4D33-BF00-EC281B8C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32572-3DD6-4D3E-97E2-E1C98FD8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A171A8-5EF3-42C8-9144-377153425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79C18A-240B-4645-8F64-C7770CAC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266594-F26B-480E-8ADB-EEB20D78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47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E15DE9-F756-44C1-9D54-594FC1B4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83025D-8558-4E73-A50C-0275BAD9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F8D99-DAF6-494C-B818-BF6143D5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99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68B963-50FB-4191-BBF4-BD2F8593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BC8F10-D69A-49BD-85C3-C49BCDFD4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63A515-39CB-4EFD-8E2E-2ECFE0B05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CCBEC1-5A99-47E8-B47F-C36F0931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E5521F-27C4-41CA-8577-156EA4C2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21318A-71BD-4E41-816D-46C20E61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589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58F86-5B70-4808-A1D4-C287D904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9E110D-1305-49DF-95DF-C65268E9C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F920F5-324F-4EB0-BC30-5249CB154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12D3D3-C1C9-4D83-9BA0-16AC599D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47F0FD-3C07-4851-8E94-02135AF73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40BF8B-729B-4DBA-A86D-E68E4795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99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2167C-65D2-4A94-8281-59C388E6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D07D25-2EFC-4654-B2D5-7A0FE8CF3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D1B414-55F9-432A-B952-90FD43DD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F9851-8A11-42CF-8D39-B68D80E3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18E103-0F04-4E18-B48E-32148EA0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11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980F0E-5662-4D72-A198-02C0BBFAC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B61318-C304-48DA-9C15-4763499A3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0D63A-F0DA-439A-BDAC-2E9654CA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A3C35-CED9-4480-B4F3-7C3B5A95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7D5D3A-F7A3-4054-AD1C-A854A46B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16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5EFFEC-55EE-425D-A161-4CFC2BD4D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F4BE3A-AAA4-4070-A023-26048DF3D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6D047-B088-4938-AAAA-B19A3DD27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CE07A-FE06-4742-9EC8-0ACB6987912E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FD5846-61D7-48D6-9013-4BC11C53C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E1714-AF63-41AC-A1EA-F8F06697F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4237B-424B-4A80-8FB2-381CB815F7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71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>
            <a:extLst>
              <a:ext uri="{FF2B5EF4-FFF2-40B4-BE49-F238E27FC236}">
                <a16:creationId xmlns:a16="http://schemas.microsoft.com/office/drawing/2014/main" id="{D1719910-8C5B-493C-86D3-C016C7C50C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" y="12700"/>
            <a:ext cx="12192000" cy="6858000"/>
          </a:xfrm>
          <a:prstGeom prst="rect">
            <a:avLst/>
          </a:prstGeom>
        </p:spPr>
      </p:pic>
      <p:grpSp>
        <p:nvGrpSpPr>
          <p:cNvPr id="63" name="组合 62">
            <a:extLst>
              <a:ext uri="{FF2B5EF4-FFF2-40B4-BE49-F238E27FC236}">
                <a16:creationId xmlns:a16="http://schemas.microsoft.com/office/drawing/2014/main" id="{D080D590-A4B1-4BC3-9394-FCBDBBA659CB}"/>
              </a:ext>
            </a:extLst>
          </p:cNvPr>
          <p:cNvGrpSpPr/>
          <p:nvPr/>
        </p:nvGrpSpPr>
        <p:grpSpPr>
          <a:xfrm>
            <a:off x="4154155" y="2767281"/>
            <a:ext cx="3883691" cy="1323439"/>
            <a:chOff x="4015709" y="2767281"/>
            <a:chExt cx="3883691" cy="132343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854C485-63DE-46FD-A178-1283155382EB}"/>
                </a:ext>
              </a:extLst>
            </p:cNvPr>
            <p:cNvSpPr txBox="1"/>
            <p:nvPr/>
          </p:nvSpPr>
          <p:spPr>
            <a:xfrm>
              <a:off x="4099139" y="2767281"/>
              <a:ext cx="3686656" cy="132343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en-US" altLang="zh-CN" sz="8000" i="1">
                  <a:solidFill>
                    <a:srgbClr val="2CC8B8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PyQt5</a:t>
              </a:r>
              <a:endParaRPr lang="zh-CN" altLang="en-US" sz="8000" i="1" dirty="0">
                <a:solidFill>
                  <a:srgbClr val="2CC8B8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39825AD-F3D9-4CA5-88CE-EBEB16C42250}"/>
                </a:ext>
              </a:extLst>
            </p:cNvPr>
            <p:cNvSpPr txBox="1"/>
            <p:nvPr/>
          </p:nvSpPr>
          <p:spPr>
            <a:xfrm>
              <a:off x="4015709" y="2767281"/>
              <a:ext cx="3686656" cy="132343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en-US" altLang="zh-CN" sz="8000" i="1">
                  <a:solidFill>
                    <a:srgbClr val="A1249B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PyQt5</a:t>
              </a:r>
              <a:endParaRPr lang="zh-CN" altLang="en-US" sz="8000" i="1" dirty="0">
                <a:solidFill>
                  <a:srgbClr val="A1249B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40C1F8BE-A5B1-4AAC-8E41-2820E58A072C}"/>
                </a:ext>
              </a:extLst>
            </p:cNvPr>
            <p:cNvSpPr/>
            <p:nvPr/>
          </p:nvSpPr>
          <p:spPr>
            <a:xfrm>
              <a:off x="4152900" y="3467100"/>
              <a:ext cx="1778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751E04E1-CBC4-4C7F-AB36-76AD9D5E9FE4}"/>
                </a:ext>
              </a:extLst>
            </p:cNvPr>
            <p:cNvSpPr/>
            <p:nvPr/>
          </p:nvSpPr>
          <p:spPr>
            <a:xfrm>
              <a:off x="4229100" y="37846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>
              <a:extLst>
                <a:ext uri="{FF2B5EF4-FFF2-40B4-BE49-F238E27FC236}">
                  <a16:creationId xmlns:a16="http://schemas.microsoft.com/office/drawing/2014/main" id="{1991E8D7-1736-49CE-9371-766F48C4BF88}"/>
                </a:ext>
              </a:extLst>
            </p:cNvPr>
            <p:cNvSpPr/>
            <p:nvPr/>
          </p:nvSpPr>
          <p:spPr>
            <a:xfrm>
              <a:off x="4318000" y="31877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CBEAB050-6E45-445F-9ADD-7B2537E99538}"/>
                </a:ext>
              </a:extLst>
            </p:cNvPr>
            <p:cNvSpPr/>
            <p:nvPr/>
          </p:nvSpPr>
          <p:spPr>
            <a:xfrm>
              <a:off x="4445000" y="2908300"/>
              <a:ext cx="1524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CB42B35C-CCC6-48DB-BE7B-CCB33137735C}"/>
                </a:ext>
              </a:extLst>
            </p:cNvPr>
            <p:cNvSpPr/>
            <p:nvPr/>
          </p:nvSpPr>
          <p:spPr>
            <a:xfrm>
              <a:off x="4648200" y="38862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99FE07B3-A63F-442B-837F-220D9D3FD2C4}"/>
                </a:ext>
              </a:extLst>
            </p:cNvPr>
            <p:cNvSpPr/>
            <p:nvPr/>
          </p:nvSpPr>
          <p:spPr>
            <a:xfrm>
              <a:off x="4699000" y="31750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465EA807-AA8E-4591-B72E-BE11516F222B}"/>
                </a:ext>
              </a:extLst>
            </p:cNvPr>
            <p:cNvSpPr/>
            <p:nvPr/>
          </p:nvSpPr>
          <p:spPr>
            <a:xfrm>
              <a:off x="4889500" y="3619500"/>
              <a:ext cx="2032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BEB5D572-9506-458A-8B2D-7305FDD271D5}"/>
                </a:ext>
              </a:extLst>
            </p:cNvPr>
            <p:cNvSpPr/>
            <p:nvPr/>
          </p:nvSpPr>
          <p:spPr>
            <a:xfrm>
              <a:off x="4991100" y="3340100"/>
              <a:ext cx="1778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A5DA0952-99DE-403E-B04E-2BEC84B6360B}"/>
                </a:ext>
              </a:extLst>
            </p:cNvPr>
            <p:cNvSpPr/>
            <p:nvPr/>
          </p:nvSpPr>
          <p:spPr>
            <a:xfrm>
              <a:off x="5143500" y="31623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8587E57D-DFAF-46F9-97F9-9102A481ACFF}"/>
                </a:ext>
              </a:extLst>
            </p:cNvPr>
            <p:cNvSpPr/>
            <p:nvPr/>
          </p:nvSpPr>
          <p:spPr>
            <a:xfrm>
              <a:off x="5257800" y="32258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平行四边形 14">
              <a:extLst>
                <a:ext uri="{FF2B5EF4-FFF2-40B4-BE49-F238E27FC236}">
                  <a16:creationId xmlns:a16="http://schemas.microsoft.com/office/drawing/2014/main" id="{4182FC46-94CD-4AF6-A00F-19225371B1F3}"/>
                </a:ext>
              </a:extLst>
            </p:cNvPr>
            <p:cNvSpPr/>
            <p:nvPr/>
          </p:nvSpPr>
          <p:spPr>
            <a:xfrm>
              <a:off x="5321300" y="3441700"/>
              <a:ext cx="1524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EE03D0A4-164B-4F27-959F-E4431FE33816}"/>
                </a:ext>
              </a:extLst>
            </p:cNvPr>
            <p:cNvSpPr/>
            <p:nvPr/>
          </p:nvSpPr>
          <p:spPr>
            <a:xfrm>
              <a:off x="5511800" y="32893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FD66041B-6140-4D47-8E2E-77292151B103}"/>
                </a:ext>
              </a:extLst>
            </p:cNvPr>
            <p:cNvSpPr/>
            <p:nvPr/>
          </p:nvSpPr>
          <p:spPr>
            <a:xfrm>
              <a:off x="5588000" y="3378200"/>
              <a:ext cx="2286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7C13DA6C-296C-450C-BD38-811E9369777A}"/>
                </a:ext>
              </a:extLst>
            </p:cNvPr>
            <p:cNvSpPr/>
            <p:nvPr/>
          </p:nvSpPr>
          <p:spPr>
            <a:xfrm>
              <a:off x="5791200" y="32639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>
              <a:extLst>
                <a:ext uri="{FF2B5EF4-FFF2-40B4-BE49-F238E27FC236}">
                  <a16:creationId xmlns:a16="http://schemas.microsoft.com/office/drawing/2014/main" id="{29443061-4E82-49F8-ACC4-7F363ACDAC1D}"/>
                </a:ext>
              </a:extLst>
            </p:cNvPr>
            <p:cNvSpPr/>
            <p:nvPr/>
          </p:nvSpPr>
          <p:spPr>
            <a:xfrm>
              <a:off x="5880100" y="38608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>
              <a:extLst>
                <a:ext uri="{FF2B5EF4-FFF2-40B4-BE49-F238E27FC236}">
                  <a16:creationId xmlns:a16="http://schemas.microsoft.com/office/drawing/2014/main" id="{789EE327-54E2-45EB-874E-1079CFB6D57A}"/>
                </a:ext>
              </a:extLst>
            </p:cNvPr>
            <p:cNvSpPr/>
            <p:nvPr/>
          </p:nvSpPr>
          <p:spPr>
            <a:xfrm>
              <a:off x="6057900" y="35560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平行四边形 20">
              <a:extLst>
                <a:ext uri="{FF2B5EF4-FFF2-40B4-BE49-F238E27FC236}">
                  <a16:creationId xmlns:a16="http://schemas.microsoft.com/office/drawing/2014/main" id="{9E247855-F26E-4E29-A222-D95990DE0754}"/>
                </a:ext>
              </a:extLst>
            </p:cNvPr>
            <p:cNvSpPr/>
            <p:nvPr/>
          </p:nvSpPr>
          <p:spPr>
            <a:xfrm>
              <a:off x="6172200" y="3378200"/>
              <a:ext cx="127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平行四边形 21">
              <a:extLst>
                <a:ext uri="{FF2B5EF4-FFF2-40B4-BE49-F238E27FC236}">
                  <a16:creationId xmlns:a16="http://schemas.microsoft.com/office/drawing/2014/main" id="{9B061DE1-3148-4082-A7AE-A2D9B02E0E65}"/>
                </a:ext>
              </a:extLst>
            </p:cNvPr>
            <p:cNvSpPr/>
            <p:nvPr/>
          </p:nvSpPr>
          <p:spPr>
            <a:xfrm>
              <a:off x="6248400" y="29210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>
              <a:extLst>
                <a:ext uri="{FF2B5EF4-FFF2-40B4-BE49-F238E27FC236}">
                  <a16:creationId xmlns:a16="http://schemas.microsoft.com/office/drawing/2014/main" id="{CAC56E17-7157-4B6B-BB17-A12D0F67FF19}"/>
                </a:ext>
              </a:extLst>
            </p:cNvPr>
            <p:cNvSpPr/>
            <p:nvPr/>
          </p:nvSpPr>
          <p:spPr>
            <a:xfrm>
              <a:off x="6426200" y="3568700"/>
              <a:ext cx="1397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平行四边形 23">
              <a:extLst>
                <a:ext uri="{FF2B5EF4-FFF2-40B4-BE49-F238E27FC236}">
                  <a16:creationId xmlns:a16="http://schemas.microsoft.com/office/drawing/2014/main" id="{807CC520-3B8E-4D6A-AF48-EC11E25AB75A}"/>
                </a:ext>
              </a:extLst>
            </p:cNvPr>
            <p:cNvSpPr/>
            <p:nvPr/>
          </p:nvSpPr>
          <p:spPr>
            <a:xfrm>
              <a:off x="6565900" y="3594100"/>
              <a:ext cx="1651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平行四边形 24">
              <a:extLst>
                <a:ext uri="{FF2B5EF4-FFF2-40B4-BE49-F238E27FC236}">
                  <a16:creationId xmlns:a16="http://schemas.microsoft.com/office/drawing/2014/main" id="{02F46A71-B927-47A0-BD1D-996F87AB2D8C}"/>
                </a:ext>
              </a:extLst>
            </p:cNvPr>
            <p:cNvSpPr/>
            <p:nvPr/>
          </p:nvSpPr>
          <p:spPr>
            <a:xfrm>
              <a:off x="6629400" y="3530600"/>
              <a:ext cx="2413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>
              <a:extLst>
                <a:ext uri="{FF2B5EF4-FFF2-40B4-BE49-F238E27FC236}">
                  <a16:creationId xmlns:a16="http://schemas.microsoft.com/office/drawing/2014/main" id="{91702971-A39B-4710-838E-8CF640D6E789}"/>
                </a:ext>
              </a:extLst>
            </p:cNvPr>
            <p:cNvSpPr/>
            <p:nvPr/>
          </p:nvSpPr>
          <p:spPr>
            <a:xfrm>
              <a:off x="6819900" y="3416300"/>
              <a:ext cx="127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平行四边形 26">
              <a:extLst>
                <a:ext uri="{FF2B5EF4-FFF2-40B4-BE49-F238E27FC236}">
                  <a16:creationId xmlns:a16="http://schemas.microsoft.com/office/drawing/2014/main" id="{13569498-70B6-4B52-BD21-33DD5363E4C4}"/>
                </a:ext>
              </a:extLst>
            </p:cNvPr>
            <p:cNvSpPr/>
            <p:nvPr/>
          </p:nvSpPr>
          <p:spPr>
            <a:xfrm>
              <a:off x="6858000" y="3314700"/>
              <a:ext cx="2159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平行四边形 27">
              <a:extLst>
                <a:ext uri="{FF2B5EF4-FFF2-40B4-BE49-F238E27FC236}">
                  <a16:creationId xmlns:a16="http://schemas.microsoft.com/office/drawing/2014/main" id="{32B48AB2-E3A5-4FFE-B203-23CA18CF701B}"/>
                </a:ext>
              </a:extLst>
            </p:cNvPr>
            <p:cNvSpPr/>
            <p:nvPr/>
          </p:nvSpPr>
          <p:spPr>
            <a:xfrm>
              <a:off x="7035800" y="31623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>
              <a:extLst>
                <a:ext uri="{FF2B5EF4-FFF2-40B4-BE49-F238E27FC236}">
                  <a16:creationId xmlns:a16="http://schemas.microsoft.com/office/drawing/2014/main" id="{A2CF5BD5-0773-4638-A0FE-48C6C417B01B}"/>
                </a:ext>
              </a:extLst>
            </p:cNvPr>
            <p:cNvSpPr/>
            <p:nvPr/>
          </p:nvSpPr>
          <p:spPr>
            <a:xfrm>
              <a:off x="7150100" y="3784600"/>
              <a:ext cx="254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平行四边形 29">
              <a:extLst>
                <a:ext uri="{FF2B5EF4-FFF2-40B4-BE49-F238E27FC236}">
                  <a16:creationId xmlns:a16="http://schemas.microsoft.com/office/drawing/2014/main" id="{9DFDE698-B54E-488A-B8EB-115CCAFDA4E5}"/>
                </a:ext>
              </a:extLst>
            </p:cNvPr>
            <p:cNvSpPr/>
            <p:nvPr/>
          </p:nvSpPr>
          <p:spPr>
            <a:xfrm>
              <a:off x="7289800" y="29972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平行四边形 30">
              <a:extLst>
                <a:ext uri="{FF2B5EF4-FFF2-40B4-BE49-F238E27FC236}">
                  <a16:creationId xmlns:a16="http://schemas.microsoft.com/office/drawing/2014/main" id="{D963CCE5-788F-4283-9E94-B88532E3C35C}"/>
                </a:ext>
              </a:extLst>
            </p:cNvPr>
            <p:cNvSpPr/>
            <p:nvPr/>
          </p:nvSpPr>
          <p:spPr>
            <a:xfrm>
              <a:off x="7404100" y="3771900"/>
              <a:ext cx="2032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平行四边形 31">
              <a:extLst>
                <a:ext uri="{FF2B5EF4-FFF2-40B4-BE49-F238E27FC236}">
                  <a16:creationId xmlns:a16="http://schemas.microsoft.com/office/drawing/2014/main" id="{CBD3B3EE-1989-47CF-8E84-64390071F149}"/>
                </a:ext>
              </a:extLst>
            </p:cNvPr>
            <p:cNvSpPr/>
            <p:nvPr/>
          </p:nvSpPr>
          <p:spPr>
            <a:xfrm>
              <a:off x="7594600" y="36322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平行四边形 32">
              <a:extLst>
                <a:ext uri="{FF2B5EF4-FFF2-40B4-BE49-F238E27FC236}">
                  <a16:creationId xmlns:a16="http://schemas.microsoft.com/office/drawing/2014/main" id="{6EE004E7-BB0D-42FC-B137-93FDD6C455B1}"/>
                </a:ext>
              </a:extLst>
            </p:cNvPr>
            <p:cNvSpPr/>
            <p:nvPr/>
          </p:nvSpPr>
          <p:spPr>
            <a:xfrm>
              <a:off x="7645400" y="3594100"/>
              <a:ext cx="254000" cy="12700"/>
            </a:xfrm>
            <a:prstGeom prst="parallelogram">
              <a:avLst>
                <a:gd name="adj" fmla="val 34099"/>
              </a:avLst>
            </a:prstGeom>
            <a:solidFill>
              <a:srgbClr val="A1249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平行四边形 33">
              <a:extLst>
                <a:ext uri="{FF2B5EF4-FFF2-40B4-BE49-F238E27FC236}">
                  <a16:creationId xmlns:a16="http://schemas.microsoft.com/office/drawing/2014/main" id="{2ECB4A37-4FC2-4739-991A-8CFA3D6EE4AD}"/>
                </a:ext>
              </a:extLst>
            </p:cNvPr>
            <p:cNvSpPr/>
            <p:nvPr/>
          </p:nvSpPr>
          <p:spPr>
            <a:xfrm>
              <a:off x="4165600" y="30734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平行四边形 34">
              <a:extLst>
                <a:ext uri="{FF2B5EF4-FFF2-40B4-BE49-F238E27FC236}">
                  <a16:creationId xmlns:a16="http://schemas.microsoft.com/office/drawing/2014/main" id="{B193179A-36BC-4F10-B9A0-824698288CB3}"/>
                </a:ext>
              </a:extLst>
            </p:cNvPr>
            <p:cNvSpPr/>
            <p:nvPr/>
          </p:nvSpPr>
          <p:spPr>
            <a:xfrm>
              <a:off x="4216400" y="31115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19FAA9E6-60B9-4BEA-B05F-644F1F593C1A}"/>
                </a:ext>
              </a:extLst>
            </p:cNvPr>
            <p:cNvSpPr/>
            <p:nvPr/>
          </p:nvSpPr>
          <p:spPr>
            <a:xfrm>
              <a:off x="4381500" y="36068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平行四边形 36">
              <a:extLst>
                <a:ext uri="{FF2B5EF4-FFF2-40B4-BE49-F238E27FC236}">
                  <a16:creationId xmlns:a16="http://schemas.microsoft.com/office/drawing/2014/main" id="{45914669-3DDC-4F68-B629-2A8C2420EDCC}"/>
                </a:ext>
              </a:extLst>
            </p:cNvPr>
            <p:cNvSpPr/>
            <p:nvPr/>
          </p:nvSpPr>
          <p:spPr>
            <a:xfrm>
              <a:off x="4457700" y="28956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平行四边形 37">
              <a:extLst>
                <a:ext uri="{FF2B5EF4-FFF2-40B4-BE49-F238E27FC236}">
                  <a16:creationId xmlns:a16="http://schemas.microsoft.com/office/drawing/2014/main" id="{96302E76-DCBC-4237-8F72-DF7059E9C13B}"/>
                </a:ext>
              </a:extLst>
            </p:cNvPr>
            <p:cNvSpPr/>
            <p:nvPr/>
          </p:nvSpPr>
          <p:spPr>
            <a:xfrm>
              <a:off x="4597400" y="37973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平行四边形 38">
              <a:extLst>
                <a:ext uri="{FF2B5EF4-FFF2-40B4-BE49-F238E27FC236}">
                  <a16:creationId xmlns:a16="http://schemas.microsoft.com/office/drawing/2014/main" id="{B7D7895F-C03A-435C-B505-3883E5DB86EC}"/>
                </a:ext>
              </a:extLst>
            </p:cNvPr>
            <p:cNvSpPr/>
            <p:nvPr/>
          </p:nvSpPr>
          <p:spPr>
            <a:xfrm>
              <a:off x="4737100" y="38481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EF69F9A3-6FDE-4B33-8741-18DB1418E81B}"/>
                </a:ext>
              </a:extLst>
            </p:cNvPr>
            <p:cNvSpPr/>
            <p:nvPr/>
          </p:nvSpPr>
          <p:spPr>
            <a:xfrm>
              <a:off x="4838700" y="30353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平行四边形 40">
              <a:extLst>
                <a:ext uri="{FF2B5EF4-FFF2-40B4-BE49-F238E27FC236}">
                  <a16:creationId xmlns:a16="http://schemas.microsoft.com/office/drawing/2014/main" id="{589B977F-C6B5-4C2F-96B6-CA7D41D7707A}"/>
                </a:ext>
              </a:extLst>
            </p:cNvPr>
            <p:cNvSpPr/>
            <p:nvPr/>
          </p:nvSpPr>
          <p:spPr>
            <a:xfrm>
              <a:off x="4940300" y="38100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平行四边形 41">
              <a:extLst>
                <a:ext uri="{FF2B5EF4-FFF2-40B4-BE49-F238E27FC236}">
                  <a16:creationId xmlns:a16="http://schemas.microsoft.com/office/drawing/2014/main" id="{D387CCA8-217C-47F4-99BA-BA651095BBFE}"/>
                </a:ext>
              </a:extLst>
            </p:cNvPr>
            <p:cNvSpPr/>
            <p:nvPr/>
          </p:nvSpPr>
          <p:spPr>
            <a:xfrm>
              <a:off x="5143500" y="30353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平行四边形 42">
              <a:extLst>
                <a:ext uri="{FF2B5EF4-FFF2-40B4-BE49-F238E27FC236}">
                  <a16:creationId xmlns:a16="http://schemas.microsoft.com/office/drawing/2014/main" id="{403B4ECC-4801-4C7A-B337-0606A607A405}"/>
                </a:ext>
              </a:extLst>
            </p:cNvPr>
            <p:cNvSpPr/>
            <p:nvPr/>
          </p:nvSpPr>
          <p:spPr>
            <a:xfrm>
              <a:off x="5245100" y="38862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02FF048C-41FA-4D98-8B06-BEF3E938925C}"/>
                </a:ext>
              </a:extLst>
            </p:cNvPr>
            <p:cNvSpPr/>
            <p:nvPr/>
          </p:nvSpPr>
          <p:spPr>
            <a:xfrm>
              <a:off x="5346700" y="38989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平行四边形 44">
              <a:extLst>
                <a:ext uri="{FF2B5EF4-FFF2-40B4-BE49-F238E27FC236}">
                  <a16:creationId xmlns:a16="http://schemas.microsoft.com/office/drawing/2014/main" id="{976ADA07-815F-4D86-A167-7D307BCAEE12}"/>
                </a:ext>
              </a:extLst>
            </p:cNvPr>
            <p:cNvSpPr/>
            <p:nvPr/>
          </p:nvSpPr>
          <p:spPr>
            <a:xfrm>
              <a:off x="5448300" y="34798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A26A3A4F-74E3-4461-B9C4-24503B9A09BF}"/>
                </a:ext>
              </a:extLst>
            </p:cNvPr>
            <p:cNvSpPr/>
            <p:nvPr/>
          </p:nvSpPr>
          <p:spPr>
            <a:xfrm>
              <a:off x="5588000" y="3060700"/>
              <a:ext cx="2159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平行四边形 46">
              <a:extLst>
                <a:ext uri="{FF2B5EF4-FFF2-40B4-BE49-F238E27FC236}">
                  <a16:creationId xmlns:a16="http://schemas.microsoft.com/office/drawing/2014/main" id="{A94CC419-C578-4E98-A12D-A58BC1A88801}"/>
                </a:ext>
              </a:extLst>
            </p:cNvPr>
            <p:cNvSpPr/>
            <p:nvPr/>
          </p:nvSpPr>
          <p:spPr>
            <a:xfrm>
              <a:off x="5727700" y="2959100"/>
              <a:ext cx="1778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平行四边形 47">
              <a:extLst>
                <a:ext uri="{FF2B5EF4-FFF2-40B4-BE49-F238E27FC236}">
                  <a16:creationId xmlns:a16="http://schemas.microsoft.com/office/drawing/2014/main" id="{ADF90E38-7CA8-4FB4-9C78-989650A45F62}"/>
                </a:ext>
              </a:extLst>
            </p:cNvPr>
            <p:cNvSpPr/>
            <p:nvPr/>
          </p:nvSpPr>
          <p:spPr>
            <a:xfrm>
              <a:off x="5829300" y="3949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平行四边形 48">
              <a:extLst>
                <a:ext uri="{FF2B5EF4-FFF2-40B4-BE49-F238E27FC236}">
                  <a16:creationId xmlns:a16="http://schemas.microsoft.com/office/drawing/2014/main" id="{F7824C97-2145-4D53-8494-EC6D26324D80}"/>
                </a:ext>
              </a:extLst>
            </p:cNvPr>
            <p:cNvSpPr/>
            <p:nvPr/>
          </p:nvSpPr>
          <p:spPr>
            <a:xfrm>
              <a:off x="5969000" y="39243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B389D513-E705-482E-B403-2C1320B68735}"/>
                </a:ext>
              </a:extLst>
            </p:cNvPr>
            <p:cNvSpPr/>
            <p:nvPr/>
          </p:nvSpPr>
          <p:spPr>
            <a:xfrm>
              <a:off x="6083300" y="3187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平行四边形 50">
              <a:extLst>
                <a:ext uri="{FF2B5EF4-FFF2-40B4-BE49-F238E27FC236}">
                  <a16:creationId xmlns:a16="http://schemas.microsoft.com/office/drawing/2014/main" id="{4594E77C-EB2A-4BAE-9E1C-CF2E2A90D8CC}"/>
                </a:ext>
              </a:extLst>
            </p:cNvPr>
            <p:cNvSpPr/>
            <p:nvPr/>
          </p:nvSpPr>
          <p:spPr>
            <a:xfrm>
              <a:off x="6324600" y="3759200"/>
              <a:ext cx="1524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平行四边形 51">
              <a:extLst>
                <a:ext uri="{FF2B5EF4-FFF2-40B4-BE49-F238E27FC236}">
                  <a16:creationId xmlns:a16="http://schemas.microsoft.com/office/drawing/2014/main" id="{1418844A-E013-4134-A1CB-298DAA414591}"/>
                </a:ext>
              </a:extLst>
            </p:cNvPr>
            <p:cNvSpPr/>
            <p:nvPr/>
          </p:nvSpPr>
          <p:spPr>
            <a:xfrm>
              <a:off x="6337300" y="3860800"/>
              <a:ext cx="127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平行四边形 52">
              <a:extLst>
                <a:ext uri="{FF2B5EF4-FFF2-40B4-BE49-F238E27FC236}">
                  <a16:creationId xmlns:a16="http://schemas.microsoft.com/office/drawing/2014/main" id="{84B0C196-141B-46B9-B1C1-3BD2B32E6B67}"/>
                </a:ext>
              </a:extLst>
            </p:cNvPr>
            <p:cNvSpPr/>
            <p:nvPr/>
          </p:nvSpPr>
          <p:spPr>
            <a:xfrm>
              <a:off x="6515100" y="32766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平行四边形 53">
              <a:extLst>
                <a:ext uri="{FF2B5EF4-FFF2-40B4-BE49-F238E27FC236}">
                  <a16:creationId xmlns:a16="http://schemas.microsoft.com/office/drawing/2014/main" id="{085157E2-EAF2-44FE-8D7A-8DA5BC742E69}"/>
                </a:ext>
              </a:extLst>
            </p:cNvPr>
            <p:cNvSpPr/>
            <p:nvPr/>
          </p:nvSpPr>
          <p:spPr>
            <a:xfrm>
              <a:off x="6654800" y="35179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平行四边形 54">
              <a:extLst>
                <a:ext uri="{FF2B5EF4-FFF2-40B4-BE49-F238E27FC236}">
                  <a16:creationId xmlns:a16="http://schemas.microsoft.com/office/drawing/2014/main" id="{53C2846F-D0E9-4928-A92F-781E0499A1AA}"/>
                </a:ext>
              </a:extLst>
            </p:cNvPr>
            <p:cNvSpPr/>
            <p:nvPr/>
          </p:nvSpPr>
          <p:spPr>
            <a:xfrm>
              <a:off x="6731000" y="3441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平行四边形 55">
              <a:extLst>
                <a:ext uri="{FF2B5EF4-FFF2-40B4-BE49-F238E27FC236}">
                  <a16:creationId xmlns:a16="http://schemas.microsoft.com/office/drawing/2014/main" id="{7AD35134-0C48-47FF-95B5-C852F5C5690F}"/>
                </a:ext>
              </a:extLst>
            </p:cNvPr>
            <p:cNvSpPr/>
            <p:nvPr/>
          </p:nvSpPr>
          <p:spPr>
            <a:xfrm>
              <a:off x="6921500" y="3073400"/>
              <a:ext cx="2540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平行四边形 56">
              <a:extLst>
                <a:ext uri="{FF2B5EF4-FFF2-40B4-BE49-F238E27FC236}">
                  <a16:creationId xmlns:a16="http://schemas.microsoft.com/office/drawing/2014/main" id="{F8A7BDDF-EC53-48C2-8256-2C26C9B4862B}"/>
                </a:ext>
              </a:extLst>
            </p:cNvPr>
            <p:cNvSpPr/>
            <p:nvPr/>
          </p:nvSpPr>
          <p:spPr>
            <a:xfrm>
              <a:off x="7061200" y="3670300"/>
              <a:ext cx="2413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平行四边形 57">
              <a:extLst>
                <a:ext uri="{FF2B5EF4-FFF2-40B4-BE49-F238E27FC236}">
                  <a16:creationId xmlns:a16="http://schemas.microsoft.com/office/drawing/2014/main" id="{EE8A757B-B7EE-4BDC-A851-8A31823698C3}"/>
                </a:ext>
              </a:extLst>
            </p:cNvPr>
            <p:cNvSpPr/>
            <p:nvPr/>
          </p:nvSpPr>
          <p:spPr>
            <a:xfrm>
              <a:off x="7112000" y="3200400"/>
              <a:ext cx="1397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平行四边形 58">
              <a:extLst>
                <a:ext uri="{FF2B5EF4-FFF2-40B4-BE49-F238E27FC236}">
                  <a16:creationId xmlns:a16="http://schemas.microsoft.com/office/drawing/2014/main" id="{3332A41F-EBB1-49A0-9D86-4651CA61132E}"/>
                </a:ext>
              </a:extLst>
            </p:cNvPr>
            <p:cNvSpPr/>
            <p:nvPr/>
          </p:nvSpPr>
          <p:spPr>
            <a:xfrm>
              <a:off x="7289800" y="3479800"/>
              <a:ext cx="2032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平行四边形 59">
              <a:extLst>
                <a:ext uri="{FF2B5EF4-FFF2-40B4-BE49-F238E27FC236}">
                  <a16:creationId xmlns:a16="http://schemas.microsoft.com/office/drawing/2014/main" id="{3EB8B3EF-18AE-47E2-B2BB-A0BF123F6BAA}"/>
                </a:ext>
              </a:extLst>
            </p:cNvPr>
            <p:cNvSpPr/>
            <p:nvPr/>
          </p:nvSpPr>
          <p:spPr>
            <a:xfrm>
              <a:off x="7454900" y="3632200"/>
              <a:ext cx="2286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平行四边形 60">
              <a:extLst>
                <a:ext uri="{FF2B5EF4-FFF2-40B4-BE49-F238E27FC236}">
                  <a16:creationId xmlns:a16="http://schemas.microsoft.com/office/drawing/2014/main" id="{5334D719-F5A6-4435-9FB1-0D8AEAED6562}"/>
                </a:ext>
              </a:extLst>
            </p:cNvPr>
            <p:cNvSpPr/>
            <p:nvPr/>
          </p:nvSpPr>
          <p:spPr>
            <a:xfrm>
              <a:off x="7480300" y="3060700"/>
              <a:ext cx="1905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平行四边形 61">
              <a:extLst>
                <a:ext uri="{FF2B5EF4-FFF2-40B4-BE49-F238E27FC236}">
                  <a16:creationId xmlns:a16="http://schemas.microsoft.com/office/drawing/2014/main" id="{9D8D03F6-4854-474C-AEE8-5508721D5384}"/>
                </a:ext>
              </a:extLst>
            </p:cNvPr>
            <p:cNvSpPr/>
            <p:nvPr/>
          </p:nvSpPr>
          <p:spPr>
            <a:xfrm>
              <a:off x="7632700" y="2946400"/>
              <a:ext cx="165100" cy="25400"/>
            </a:xfrm>
            <a:prstGeom prst="parallelogram">
              <a:avLst>
                <a:gd name="adj" fmla="val 34099"/>
              </a:avLst>
            </a:prstGeom>
            <a:solidFill>
              <a:srgbClr val="2CC8B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4D404B7-F236-4C61-A36B-0947FF5C1840}"/>
                </a:ext>
              </a:extLst>
            </p:cNvPr>
            <p:cNvSpPr txBox="1"/>
            <p:nvPr/>
          </p:nvSpPr>
          <p:spPr>
            <a:xfrm>
              <a:off x="4057424" y="2767281"/>
              <a:ext cx="3686656" cy="132343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Ctr="0">
              <a:spAutoFit/>
            </a:bodyPr>
            <a:lstStyle/>
            <a:p>
              <a:pPr algn="dist"/>
              <a:r>
                <a:rPr lang="en-US" altLang="zh-CN" sz="8000" i="1">
                  <a:solidFill>
                    <a:srgbClr val="FFFFFF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PyQt5</a:t>
              </a:r>
              <a:endParaRPr lang="zh-CN" altLang="en-US" sz="8000" i="1" dirty="0">
                <a:solidFill>
                  <a:srgbClr val="FFFFFF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</p:grpSp>
      <p:sp>
        <p:nvSpPr>
          <p:cNvPr id="64" name="文本框 63">
            <a:extLst>
              <a:ext uri="{FF2B5EF4-FFF2-40B4-BE49-F238E27FC236}">
                <a16:creationId xmlns:a16="http://schemas.microsoft.com/office/drawing/2014/main" id="{E9E2C4F4-7371-4855-A5B4-2E33F2708A4E}"/>
              </a:ext>
            </a:extLst>
          </p:cNvPr>
          <p:cNvSpPr txBox="1"/>
          <p:nvPr/>
        </p:nvSpPr>
        <p:spPr>
          <a:xfrm>
            <a:off x="2974751" y="4037839"/>
            <a:ext cx="5935432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effectLst/>
                <a:ea typeface="Microsoft YaHei" panose="020B0503020204020204" pitchFamily="34" charset="-122"/>
              </a:rPr>
              <a:t>Lorem ipsum dolor sit amet, consectetuer adipiscing elit. Maecenas porttitor congue massa. Fusce posuere, magna</a:t>
            </a:r>
            <a:endParaRPr lang="en-US" altLang="zh-CN" dirty="0">
              <a:solidFill>
                <a:schemeClr val="bg1"/>
              </a:solidFill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266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71AFC48-95EF-467D-BCCF-89C3BC8A9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24" y="452438"/>
            <a:ext cx="5248275" cy="59531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457D3A-B542-446E-9EA0-4237C6599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149" y="442913"/>
            <a:ext cx="524827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4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5AE5BE00-65AC-478F-88EF-C69D33DA96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752676"/>
              </p:ext>
            </p:extLst>
          </p:nvPr>
        </p:nvGraphicFramePr>
        <p:xfrm>
          <a:off x="0" y="866899"/>
          <a:ext cx="6096000" cy="3513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53B837A3-9423-46C1-B48E-12EB21FCE0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6955305"/>
              </p:ext>
            </p:extLst>
          </p:nvPr>
        </p:nvGraphicFramePr>
        <p:xfrm>
          <a:off x="6096000" y="2390899"/>
          <a:ext cx="6096000" cy="3513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2674A401-CA19-4FE1-B983-12D7317C78D4}"/>
              </a:ext>
            </a:extLst>
          </p:cNvPr>
          <p:cNvSpPr/>
          <p:nvPr/>
        </p:nvSpPr>
        <p:spPr>
          <a:xfrm>
            <a:off x="0" y="985653"/>
            <a:ext cx="2873828" cy="831272"/>
          </a:xfrm>
          <a:prstGeom prst="cloudCallout">
            <a:avLst/>
          </a:prstGeom>
          <a:solidFill>
            <a:srgbClr val="D4D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move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思想气泡: 云 8">
            <a:extLst>
              <a:ext uri="{FF2B5EF4-FFF2-40B4-BE49-F238E27FC236}">
                <a16:creationId xmlns:a16="http://schemas.microsoft.com/office/drawing/2014/main" id="{E1EAEC00-BDB7-4F8E-B435-72463A1B9AFE}"/>
              </a:ext>
            </a:extLst>
          </p:cNvPr>
          <p:cNvSpPr/>
          <p:nvPr/>
        </p:nvSpPr>
        <p:spPr>
          <a:xfrm>
            <a:off x="2311730" y="985653"/>
            <a:ext cx="2873828" cy="831272"/>
          </a:xfrm>
          <a:prstGeom prst="cloudCallout">
            <a:avLst/>
          </a:prstGeom>
          <a:solidFill>
            <a:srgbClr val="D4D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QHBoxLayout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思想气泡: 云 9">
            <a:extLst>
              <a:ext uri="{FF2B5EF4-FFF2-40B4-BE49-F238E27FC236}">
                <a16:creationId xmlns:a16="http://schemas.microsoft.com/office/drawing/2014/main" id="{872C782D-AC19-42B2-A3B8-29F1D81C7629}"/>
              </a:ext>
            </a:extLst>
          </p:cNvPr>
          <p:cNvSpPr/>
          <p:nvPr/>
        </p:nvSpPr>
        <p:spPr>
          <a:xfrm>
            <a:off x="4378037" y="985653"/>
            <a:ext cx="2873828" cy="831272"/>
          </a:xfrm>
          <a:prstGeom prst="cloudCallout">
            <a:avLst/>
          </a:prstGeom>
          <a:solidFill>
            <a:srgbClr val="D4D9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</a:rPr>
              <a:t>QBoxLayout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56D011D-CF80-45A0-B599-7A41E00CECE8}"/>
              </a:ext>
            </a:extLst>
          </p:cNvPr>
          <p:cNvGrpSpPr/>
          <p:nvPr/>
        </p:nvGrpSpPr>
        <p:grpSpPr>
          <a:xfrm>
            <a:off x="4659086" y="4954760"/>
            <a:ext cx="2873828" cy="831272"/>
            <a:chOff x="4659086" y="4954760"/>
            <a:chExt cx="2873828" cy="831272"/>
          </a:xfrm>
        </p:grpSpPr>
        <p:sp>
          <p:nvSpPr>
            <p:cNvPr id="14" name="思想气泡: 云 13">
              <a:extLst>
                <a:ext uri="{FF2B5EF4-FFF2-40B4-BE49-F238E27FC236}">
                  <a16:creationId xmlns:a16="http://schemas.microsoft.com/office/drawing/2014/main" id="{1B377640-F37F-4C60-A8D8-887F45C0A418}"/>
                </a:ext>
              </a:extLst>
            </p:cNvPr>
            <p:cNvSpPr/>
            <p:nvPr/>
          </p:nvSpPr>
          <p:spPr>
            <a:xfrm rot="10800000">
              <a:off x="4659086" y="4954760"/>
              <a:ext cx="2873828" cy="831272"/>
            </a:xfrm>
            <a:prstGeom prst="cloudCallout">
              <a:avLst/>
            </a:prstGeom>
            <a:solidFill>
              <a:srgbClr val="D4D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318E18E-A19D-4E88-9E3C-071A5F821726}"/>
                </a:ext>
              </a:extLst>
            </p:cNvPr>
            <p:cNvSpPr txBox="1"/>
            <p:nvPr/>
          </p:nvSpPr>
          <p:spPr>
            <a:xfrm>
              <a:off x="5185558" y="5172732"/>
              <a:ext cx="1666504" cy="46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800" b="1" dirty="0" err="1">
                  <a:solidFill>
                    <a:srgbClr val="FF0000"/>
                  </a:solidFill>
                  <a:effectLst/>
                  <a:ea typeface="Calibri Light" panose="020F0302020204030204" pitchFamily="34" charset="0"/>
                </a:rPr>
                <a:t>QFormLayout</a:t>
              </a:r>
              <a:endParaRPr lang="zh-CN" altLang="en-US" sz="2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93BFB96-54AE-4728-BD72-352AC8A2374F}"/>
              </a:ext>
            </a:extLst>
          </p:cNvPr>
          <p:cNvGrpSpPr/>
          <p:nvPr/>
        </p:nvGrpSpPr>
        <p:grpSpPr>
          <a:xfrm>
            <a:off x="6988629" y="4954760"/>
            <a:ext cx="2873828" cy="831272"/>
            <a:chOff x="6988629" y="4954760"/>
            <a:chExt cx="2873828" cy="831272"/>
          </a:xfrm>
        </p:grpSpPr>
        <p:sp>
          <p:nvSpPr>
            <p:cNvPr id="15" name="思想气泡: 云 14">
              <a:extLst>
                <a:ext uri="{FF2B5EF4-FFF2-40B4-BE49-F238E27FC236}">
                  <a16:creationId xmlns:a16="http://schemas.microsoft.com/office/drawing/2014/main" id="{B31C7B9D-9B0A-49AA-A60B-C840C6C55CDF}"/>
                </a:ext>
              </a:extLst>
            </p:cNvPr>
            <p:cNvSpPr/>
            <p:nvPr/>
          </p:nvSpPr>
          <p:spPr>
            <a:xfrm rot="10800000">
              <a:off x="6988629" y="4954760"/>
              <a:ext cx="2873828" cy="831272"/>
            </a:xfrm>
            <a:prstGeom prst="cloudCallout">
              <a:avLst/>
            </a:prstGeom>
            <a:solidFill>
              <a:srgbClr val="D4D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6A0EAE7-8BC1-467C-BD04-7B32163CD4E0}"/>
                </a:ext>
              </a:extLst>
            </p:cNvPr>
            <p:cNvSpPr txBox="1"/>
            <p:nvPr/>
          </p:nvSpPr>
          <p:spPr>
            <a:xfrm>
              <a:off x="7669481" y="5138313"/>
              <a:ext cx="1666504" cy="46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800" b="1" dirty="0">
                  <a:solidFill>
                    <a:srgbClr val="FF0000"/>
                  </a:solidFill>
                  <a:effectLst/>
                  <a:ea typeface="Calibri Light" panose="020F0302020204030204" pitchFamily="34" charset="0"/>
                </a:rPr>
                <a:t>QGridLayout</a:t>
              </a:r>
              <a:endParaRPr lang="zh-CN" altLang="en-US" sz="2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92EF390-AA3E-444F-98C5-354C8AA549E0}"/>
              </a:ext>
            </a:extLst>
          </p:cNvPr>
          <p:cNvGrpSpPr/>
          <p:nvPr/>
        </p:nvGrpSpPr>
        <p:grpSpPr>
          <a:xfrm>
            <a:off x="9318172" y="4954760"/>
            <a:ext cx="2873828" cy="831272"/>
            <a:chOff x="9318172" y="4954760"/>
            <a:chExt cx="2873828" cy="831272"/>
          </a:xfrm>
        </p:grpSpPr>
        <p:sp>
          <p:nvSpPr>
            <p:cNvPr id="16" name="思想气泡: 云 15">
              <a:extLst>
                <a:ext uri="{FF2B5EF4-FFF2-40B4-BE49-F238E27FC236}">
                  <a16:creationId xmlns:a16="http://schemas.microsoft.com/office/drawing/2014/main" id="{5E9D1619-FCBD-41F4-8F46-F3A35EAE554C}"/>
                </a:ext>
              </a:extLst>
            </p:cNvPr>
            <p:cNvSpPr/>
            <p:nvPr/>
          </p:nvSpPr>
          <p:spPr>
            <a:xfrm rot="10800000">
              <a:off x="9318172" y="4954760"/>
              <a:ext cx="2873828" cy="831272"/>
            </a:xfrm>
            <a:prstGeom prst="cloudCallout">
              <a:avLst/>
            </a:prstGeom>
            <a:solidFill>
              <a:srgbClr val="D4D9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0944D3E-A506-4FC7-B88E-CC6D415AA52D}"/>
                </a:ext>
              </a:extLst>
            </p:cNvPr>
            <p:cNvSpPr txBox="1"/>
            <p:nvPr/>
          </p:nvSpPr>
          <p:spPr>
            <a:xfrm>
              <a:off x="10151424" y="5138313"/>
              <a:ext cx="1666504" cy="4641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CN" sz="1800" b="1" dirty="0" err="1">
                  <a:solidFill>
                    <a:srgbClr val="FF0000"/>
                  </a:solidFill>
                  <a:effectLst/>
                  <a:ea typeface="Calibri Light" panose="020F0302020204030204" pitchFamily="34" charset="0"/>
                </a:rPr>
                <a:t>QSplitter</a:t>
              </a:r>
              <a:endParaRPr lang="zh-CN" altLang="en-US" sz="2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172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A783246-2FBF-4057-818C-D9AC79128252}"/>
              </a:ext>
            </a:extLst>
          </p:cNvPr>
          <p:cNvSpPr txBox="1"/>
          <p:nvPr/>
        </p:nvSpPr>
        <p:spPr>
          <a:xfrm>
            <a:off x="0" y="0"/>
            <a:ext cx="3870542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绝对布局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zh-CN" sz="1800" b="1" dirty="0">
                <a:solidFill>
                  <a:srgbClr val="FF0000"/>
                </a:solidFill>
                <a:effectLst/>
                <a:ea typeface="Microsoft YaHei" panose="020B0503020204020204" pitchFamily="34" charset="-122"/>
              </a:rPr>
              <a:t>通过坐标</a:t>
            </a:r>
            <a:endParaRPr lang="zh-CN" altLang="en-US" sz="4000" b="1" spc="1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E1C9ED-33D5-4F6A-B4E4-A5668FBEC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0" y="1897209"/>
            <a:ext cx="5985040" cy="306358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FAFC4C-4D1B-4494-A78A-23F91777F0D2}"/>
              </a:ext>
            </a:extLst>
          </p:cNvPr>
          <p:cNvSpPr txBox="1"/>
          <p:nvPr/>
        </p:nvSpPr>
        <p:spPr>
          <a:xfrm>
            <a:off x="7196447" y="2345599"/>
            <a:ext cx="4160198" cy="2093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self.label1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',self)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self.label1.move(15,20)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self.label2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</a:t>
            </a:r>
            <a:r>
              <a:rPr lang="zh-CN" altLang="en-US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',self)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self.label2.move(35,40)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self.label3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('PyQt5',self)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self.label3.move(55,80)</a:t>
            </a:r>
            <a:endParaRPr lang="zh-CN" altLang="en-US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644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C824C42-EA97-4C0B-818D-B80BF5F5C7D3}"/>
              </a:ext>
            </a:extLst>
          </p:cNvPr>
          <p:cNvSpPr txBox="1"/>
          <p:nvPr/>
        </p:nvSpPr>
        <p:spPr>
          <a:xfrm>
            <a:off x="-1" y="-248525"/>
            <a:ext cx="4762005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水平布局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2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QHBoxLayout</a:t>
            </a:r>
            <a:endParaRPr lang="zh-CN" altLang="en-US" sz="2000" b="1" spc="1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76C5EF-C296-4A27-8670-87CDB50EE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5056"/>
            <a:ext cx="6096001" cy="32211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992F534-FB87-4EF2-B203-15BF651D4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85" y="4016239"/>
            <a:ext cx="3874576" cy="28545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265C7B7-199A-434A-BA0A-6D8D4442A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608" y="4016239"/>
            <a:ext cx="7689392" cy="277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64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9274E9-512F-43BA-B6C6-6574EDBB462D}"/>
              </a:ext>
            </a:extLst>
          </p:cNvPr>
          <p:cNvSpPr txBox="1"/>
          <p:nvPr/>
        </p:nvSpPr>
        <p:spPr>
          <a:xfrm flipH="1">
            <a:off x="3270142" y="7727"/>
            <a:ext cx="5873858" cy="7092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QHBoxLayout()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QHBoxLayout()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self.buttonA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("A")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self.buttonB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("B")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self.buttonC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("C")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("D")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self.buttonE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("E")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间隔</a:t>
            </a: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hlayout.setSpacing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(50)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self.buttonA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self.buttonB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self.buttonC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self.buttonE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hlayout2 = QHBoxLayout()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self.buttonF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("F")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self.buttonG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("G")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self.buttonH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("H")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self.buttonI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("I")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控件，控件所占比例，对齐方式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hlayout2.addWidget(self.buttonF,0,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Qt.AlignLeft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Qt.AlignTop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hlayout2.addWidget(self.buttonG,1)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hlayout2.addWidget(self.buttonH,3,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Qt.AlignLeft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Qt.AlignBottom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hlayout2.addWidget(self.buttonI,4,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Qt.AlignLeft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Qt.AlignBottom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窗口间隔</a:t>
            </a: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vlayout.addStretch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(600)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(hlayout2)</a:t>
            </a:r>
          </a:p>
        </p:txBody>
      </p:sp>
    </p:spTree>
    <p:extLst>
      <p:ext uri="{BB962C8B-B14F-4D97-AF65-F5344CB8AC3E}">
        <p14:creationId xmlns:p14="http://schemas.microsoft.com/office/powerpoint/2010/main" val="398348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90ADAAD-7052-4107-A0BA-0D096410D000}"/>
              </a:ext>
            </a:extLst>
          </p:cNvPr>
          <p:cNvSpPr txBox="1"/>
          <p:nvPr/>
        </p:nvSpPr>
        <p:spPr>
          <a:xfrm>
            <a:off x="-1" y="-248525"/>
            <a:ext cx="4762005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垂直布局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2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QVBoxLayout</a:t>
            </a:r>
            <a:endParaRPr lang="zh-CN" altLang="en-US" sz="2000" b="1" spc="1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1626AA-8A28-4FD9-89E9-FB4774D5C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52407"/>
            <a:ext cx="6143590" cy="21638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5772BD-DC83-4C77-AE4D-57CADDB53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062" y="3471845"/>
            <a:ext cx="6184938" cy="285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032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9274E9-512F-43BA-B6C6-6574EDBB462D}"/>
              </a:ext>
            </a:extLst>
          </p:cNvPr>
          <p:cNvSpPr txBox="1"/>
          <p:nvPr/>
        </p:nvSpPr>
        <p:spPr>
          <a:xfrm flipH="1">
            <a:off x="-123986" y="332796"/>
            <a:ext cx="5924367" cy="6365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QHBoxLayout()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b="1" spc="12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vlayout</a:t>
            </a:r>
            <a:r>
              <a:rPr lang="en-US" altLang="zh-CN" sz="105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QVBoxLayout()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self.buttonA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("A")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self.buttonB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("B")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self.buttonC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("C")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("D")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self.buttonE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("E")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hlayout.setSpacing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(50)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self.buttonA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self.buttonB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self.buttonC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self.buttonD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hlayout.addWidget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self.buttonE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hlayout2 = QHBoxLayout()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self.buttonF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("F")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self.buttonG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("G")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self.buttonH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("H")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self.buttonI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("I")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addWidget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控件，控件所占比例，对齐方式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hlayout2.addWidget(self.buttonF,0,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Qt.AlignLeft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Qt.AlignTop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hlayout2.addWidget(self.buttonG,1)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hlayout2.addWidget(self.buttonH,3,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Qt.AlignLeft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Qt.AlignBottom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hlayout2.addWidget(self.buttonI,4,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Qt.AlignLeft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Qt.AlignBottom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75CA01-D588-47BE-9339-260FC421E27E}"/>
              </a:ext>
            </a:extLst>
          </p:cNvPr>
          <p:cNvSpPr txBox="1"/>
          <p:nvPr/>
        </p:nvSpPr>
        <p:spPr>
          <a:xfrm flipH="1">
            <a:off x="5678698" y="159679"/>
            <a:ext cx="6657951" cy="588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vlayout3 = QHBoxLayout()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("M")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("N")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#addStretch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：在布局中添加空白，并把非空白内容顶到布局的尾部。从而实现按钮右下方</a:t>
            </a:r>
          </a:p>
          <a:p>
            <a:pPr algn="l">
              <a:lnSpc>
                <a:spcPct val="150000"/>
              </a:lnSpc>
            </a:pP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vlayout3.addStretch(1)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vlayout3.addWidget(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self.buttonM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vlayout3.addWidget(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vlayout4 = QHBoxLayout()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self.buttonQ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("Q")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self.buttonW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("W")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vlayout4.addWidget(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self.buttonQ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vlayout4.addWidget(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self.buttonW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不能与对齐方式共存</a:t>
            </a:r>
          </a:p>
          <a:p>
            <a:pPr algn="l">
              <a:lnSpc>
                <a:spcPct val="150000"/>
              </a:lnSpc>
            </a:pP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vlayout.addStretch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(200)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(hlayout2)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(vlayout3)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vlayout.addStretch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(200)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vlayout.addLayout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(vlayout4)</a:t>
            </a:r>
          </a:p>
          <a:p>
            <a:pPr algn="l">
              <a:lnSpc>
                <a:spcPct val="150000"/>
              </a:lnSpc>
            </a:pPr>
            <a:endParaRPr lang="en-US" altLang="zh-CN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self.setLayout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700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90ADAAD-7052-4107-A0BA-0D096410D000}"/>
              </a:ext>
            </a:extLst>
          </p:cNvPr>
          <p:cNvSpPr txBox="1"/>
          <p:nvPr/>
        </p:nvSpPr>
        <p:spPr>
          <a:xfrm>
            <a:off x="-1" y="-248525"/>
            <a:ext cx="4762005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表单布局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2000" b="1" dirty="0" err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QFormLayout</a:t>
            </a:r>
            <a:endParaRPr lang="zh-CN" altLang="en-US" sz="2000" b="1" spc="1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A6156B-9CAE-4A1A-AFC0-AE1673FFB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8" y="1020696"/>
            <a:ext cx="6045482" cy="22707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1D88B8-B3FB-4C52-9733-4EB81DC6E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92488"/>
            <a:ext cx="12090964" cy="1205387"/>
          </a:xfrm>
          <a:prstGeom prst="rect">
            <a:avLst/>
          </a:prstGeom>
        </p:spPr>
      </p:pic>
      <p:pic>
        <p:nvPicPr>
          <p:cNvPr id="2050" name="Picture 2" descr="python &#10;、 ame3333333333333333333333333333333333333333333333333333333333333333777777777777777777777777777777777777777773333333 ">
            <a:extLst>
              <a:ext uri="{FF2B5EF4-FFF2-40B4-BE49-F238E27FC236}">
                <a16:creationId xmlns:a16="http://schemas.microsoft.com/office/drawing/2014/main" id="{12EB9A0D-DAA9-4EA7-8A55-C27B86ED3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562597"/>
            <a:ext cx="5602340" cy="229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D96B3A-BDD0-4F71-BE79-E0CD1185A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6353" y="4597453"/>
            <a:ext cx="5904611" cy="226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03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9274E9-512F-43BA-B6C6-6574EDBB462D}"/>
              </a:ext>
            </a:extLst>
          </p:cNvPr>
          <p:cNvSpPr txBox="1"/>
          <p:nvPr/>
        </p:nvSpPr>
        <p:spPr>
          <a:xfrm flipH="1">
            <a:off x="2866183" y="1336921"/>
            <a:ext cx="6459634" cy="4184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QFormLayout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labl1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1fsdffffffffffffffffffffffffffffffffffffffffffffffffffffffffffffffff")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lineEdit1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QLineEdit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labl2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lineEdit2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QLineEdit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labl3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3")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lineEdit3 =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QLineEdit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fromlayout.addRow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(labl1, lineEdit1)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fromlayout.addRow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(labl2, lineEdit2)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fromlayout.addRow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(labl3, lineEdit3)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该参数的含义是文本框总是出现在标签的后面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fromlayout.setRowWrapPolicy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QFormLayout.RowWrapPolicy.DontWrapRows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当标签和文本框在屏幕的当前行显示不全时，文本框会显示在下一行，使得标签独占一行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fromlayout.setRowWrapPolicy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QFormLayout.RowWrapPolicy.WrapLongRows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标签总是在文本框的上一行</a:t>
            </a:r>
          </a:p>
          <a:p>
            <a:pPr algn="l">
              <a:lnSpc>
                <a:spcPct val="150000"/>
              </a:lnSpc>
            </a:pP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fromlayout.setRowWrapPolicy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05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QFormLayout.RowWrapPolicy.WrapAllRows</a:t>
            </a:r>
            <a:r>
              <a:rPr lang="en-US" altLang="zh-CN" sz="105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150000"/>
              </a:lnSpc>
            </a:pPr>
            <a:endParaRPr lang="zh-CN" altLang="en-US" sz="105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046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590ADAAD-7052-4107-A0BA-0D096410D000}"/>
              </a:ext>
            </a:extLst>
          </p:cNvPr>
          <p:cNvSpPr txBox="1"/>
          <p:nvPr/>
        </p:nvSpPr>
        <p:spPr>
          <a:xfrm>
            <a:off x="-1" y="-248525"/>
            <a:ext cx="4762005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栅格布局</a:t>
            </a:r>
            <a:r>
              <a:rPr lang="en-US" altLang="zh-CN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QGridLayout</a:t>
            </a:r>
            <a:endParaRPr lang="zh-CN" altLang="en-US" sz="2000" b="1" spc="1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B799FB-8F03-4772-B2AE-93C3A4E1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100108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904E1CB-5C70-4618-B998-E81A83CC1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13300"/>
            <a:ext cx="6098672" cy="351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31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D9D6A2-267D-4ECE-A77E-D23D7924E138}"/>
              </a:ext>
            </a:extLst>
          </p:cNvPr>
          <p:cNvSpPr txBox="1"/>
          <p:nvPr/>
        </p:nvSpPr>
        <p:spPr>
          <a:xfrm>
            <a:off x="3786753" y="223828"/>
            <a:ext cx="4618494" cy="6410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grid = QGridLayout()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names = ['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Cls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 'Back', '', 'Close',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'7', '8', '9', '/',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'4', '5', '6', '*',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'1', '2', '3', '-',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'0', '.', '=', '+']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positions = [(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j) for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range(5) for j in range(4)]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print(positions)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position, name in zip(positions, names):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if name == '':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continue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button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QPushButton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(name)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# print(position)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grid.addWidget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(button, *position)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label1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QLabel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("TextEdit")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contentEdit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QTextEdit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grid.addWidget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(label1, 7, 0)</a:t>
            </a:r>
          </a:p>
          <a:p>
            <a:pPr algn="l">
              <a:lnSpc>
                <a:spcPct val="150000"/>
              </a:lnSpc>
            </a:pP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grid.addWidget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(contentEdit,7 ,1, 3, 4)</a:t>
            </a:r>
          </a:p>
          <a:p>
            <a:pPr algn="l">
              <a:lnSpc>
                <a:spcPct val="150000"/>
              </a:lnSpc>
            </a:pPr>
            <a:endParaRPr lang="en-US" altLang="zh-CN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100" spc="12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self.setLayout</a:t>
            </a:r>
            <a:r>
              <a:rPr lang="en-US" altLang="zh-CN" sz="1100" spc="12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(grid)</a:t>
            </a:r>
            <a:endParaRPr lang="zh-CN" altLang="en-US" sz="1100" spc="1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78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CC6DCB-2504-4088-A8C6-8A323D40B225}"/>
              </a:ext>
            </a:extLst>
          </p:cNvPr>
          <p:cNvSpPr txBox="1"/>
          <p:nvPr/>
        </p:nvSpPr>
        <p:spPr>
          <a:xfrm>
            <a:off x="0" y="0"/>
            <a:ext cx="3115159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sz="4000" b="1" spc="12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窗口嵌套</a:t>
            </a:r>
            <a:endParaRPr lang="zh-CN" altLang="en-US" sz="2000" b="1" spc="12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D5A69A-1AAF-4DE8-86F2-3230A3D45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926"/>
            <a:ext cx="12192000" cy="451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5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BC49C045-CD01-47E4-92A5-4455616277FC}"/>
              </a:ext>
            </a:extLst>
          </p:cNvPr>
          <p:cNvGrpSpPr/>
          <p:nvPr/>
        </p:nvGrpSpPr>
        <p:grpSpPr>
          <a:xfrm>
            <a:off x="541499" y="1929082"/>
            <a:ext cx="11109002" cy="2999835"/>
            <a:chOff x="2140259" y="1174389"/>
            <a:chExt cx="17834072" cy="320677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8F7B8E7-1644-409F-A20A-E2AF3018C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900000">
              <a:off x="2140259" y="1174389"/>
              <a:ext cx="2804403" cy="3206774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0C74020-3000-481B-BA8B-346EE93A2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Blur radius="14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60000">
              <a:off x="3649017" y="1174389"/>
              <a:ext cx="2834886" cy="320677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48981E5-8C04-472F-A6AA-1AA378EC3287}"/>
                </a:ext>
              </a:extLst>
            </p:cNvPr>
            <p:cNvSpPr txBox="1"/>
            <p:nvPr/>
          </p:nvSpPr>
          <p:spPr>
            <a:xfrm rot="780000">
              <a:off x="5828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a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C8B8F3F-E040-4A10-8A82-28377864686F}"/>
                </a:ext>
              </a:extLst>
            </p:cNvPr>
            <p:cNvSpPr txBox="1"/>
            <p:nvPr/>
          </p:nvSpPr>
          <p:spPr>
            <a:xfrm rot="780000">
              <a:off x="7352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n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4801BA0-0061-460A-B971-E3780256C05B}"/>
                </a:ext>
              </a:extLst>
            </p:cNvPr>
            <p:cNvSpPr txBox="1"/>
            <p:nvPr/>
          </p:nvSpPr>
          <p:spPr>
            <a:xfrm rot="420000">
              <a:off x="8876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k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46E3C-094E-4E89-AB67-0E25A8A854AF}"/>
                </a:ext>
              </a:extLst>
            </p:cNvPr>
            <p:cNvSpPr txBox="1"/>
            <p:nvPr/>
          </p:nvSpPr>
          <p:spPr>
            <a:xfrm rot="-1140000">
              <a:off x="10400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 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54612C2-7543-4279-A610-181DAC785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artisticBlur radius="12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240000">
              <a:off x="11323886" y="1174389"/>
              <a:ext cx="2725148" cy="3206774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CB2CB0B-D76A-48BC-91A7-52B89B7AC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Blur radius="7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-660000">
              <a:off x="12783872" y="1174389"/>
              <a:ext cx="2853175" cy="3206774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AED3CC1-4A06-4875-9A10-3A38A1011BD4}"/>
                </a:ext>
              </a:extLst>
            </p:cNvPr>
            <p:cNvSpPr txBox="1"/>
            <p:nvPr/>
          </p:nvSpPr>
          <p:spPr>
            <a:xfrm rot="180000">
              <a:off x="14972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en-US" altLang="zh-CN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u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2733F05-BEE1-42C5-9276-0B4235F652F1}"/>
                </a:ext>
              </a:extLst>
            </p:cNvPr>
            <p:cNvSpPr txBox="1"/>
            <p:nvPr/>
          </p:nvSpPr>
          <p:spPr>
            <a:xfrm rot="-180000">
              <a:off x="16496460" y="1808280"/>
              <a:ext cx="1524000" cy="193899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dist"/>
              <a:r>
                <a:rPr lang="zh-CN" altLang="en-US" sz="12000" spc="120">
                  <a:solidFill>
                    <a:srgbClr val="000000"/>
                  </a:solidFill>
                  <a:latin typeface="微软雅黑 Bold" panose="020B0703020204020201" pitchFamily="34" charset="-122"/>
                  <a:ea typeface="微软雅黑 Bold" panose="020B0703020204020201" pitchFamily="34" charset="-122"/>
                </a:rPr>
                <a:t> </a:t>
              </a:r>
              <a:endParaRPr lang="zh-CN" altLang="en-US" sz="12000" spc="120" dirty="0">
                <a:solidFill>
                  <a:srgbClr val="000000"/>
                </a:solidFill>
                <a:latin typeface="微软雅黑 Bold" panose="020B0703020204020201" pitchFamily="34" charset="-122"/>
                <a:ea typeface="微软雅黑 Bold" panose="020B0703020204020201" pitchFamily="34" charset="-122"/>
              </a:endParaRP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CAACCAA-AE69-4539-8860-395BD6FFA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Blur radius="23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660000">
              <a:off x="17590588" y="1174389"/>
              <a:ext cx="2383743" cy="3206774"/>
            </a:xfrm>
            <a:prstGeom prst="rect">
              <a:avLst/>
            </a:prstGeom>
          </p:spPr>
        </p:pic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573EF690-9664-4EFF-9152-4AD60448B081}"/>
              </a:ext>
            </a:extLst>
          </p:cNvPr>
          <p:cNvSpPr txBox="1"/>
          <p:nvPr/>
        </p:nvSpPr>
        <p:spPr>
          <a:xfrm>
            <a:off x="3056031" y="4350839"/>
            <a:ext cx="5935432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Ctr="0">
            <a:spAutoFit/>
          </a:bodyPr>
          <a:lstStyle/>
          <a:p>
            <a:pPr algn="ctr"/>
            <a:r>
              <a:rPr lang="en-US" altLang="zh-CN" sz="1200" i="1" dirty="0">
                <a:solidFill>
                  <a:srgbClr val="0D0D0D"/>
                </a:solidFill>
                <a:latin typeface="Source Han Sans Light"/>
                <a:ea typeface="微软雅黑 Light" panose="020B0502040204020203" pitchFamily="34" charset="-122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i="1" dirty="0" err="1">
                <a:solidFill>
                  <a:srgbClr val="0D0D0D"/>
                </a:solidFill>
                <a:latin typeface="Source Han Sans Light"/>
                <a:ea typeface="微软雅黑 Light" panose="020B0502040204020203" pitchFamily="34" charset="-122"/>
              </a:rPr>
              <a:t>urna</a:t>
            </a:r>
            <a:r>
              <a:rPr lang="en-US" altLang="zh-CN" sz="1200" i="1" dirty="0">
                <a:solidFill>
                  <a:srgbClr val="0D0D0D"/>
                </a:solidFill>
                <a:latin typeface="Source Han Sans Light"/>
                <a:ea typeface="微软雅黑 Light" panose="020B0502040204020203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262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sz="2000" spc="12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1257</Words>
  <Application>Microsoft Office PowerPoint</Application>
  <PresentationFormat>宽屏</PresentationFormat>
  <Paragraphs>172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Source Han Sans Light</vt:lpstr>
      <vt:lpstr>等线</vt:lpstr>
      <vt:lpstr>等线 Light</vt:lpstr>
      <vt:lpstr>微软雅黑</vt:lpstr>
      <vt:lpstr>微软雅黑 Bold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ylliu</dc:creator>
  <cp:lastModifiedBy>ylliu</cp:lastModifiedBy>
  <cp:revision>6</cp:revision>
  <dcterms:created xsi:type="dcterms:W3CDTF">2022-03-08T03:45:10Z</dcterms:created>
  <dcterms:modified xsi:type="dcterms:W3CDTF">2022-03-21T03:20:36Z</dcterms:modified>
</cp:coreProperties>
</file>